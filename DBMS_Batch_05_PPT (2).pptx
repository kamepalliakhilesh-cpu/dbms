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68" r:id="rId2"/>
    <p:sldId id="274" r:id="rId3"/>
    <p:sldId id="275" r:id="rId4"/>
    <p:sldId id="1757" r:id="rId5"/>
    <p:sldId id="1750" r:id="rId6"/>
    <p:sldId id="1751" r:id="rId7"/>
    <p:sldId id="1756" r:id="rId8"/>
    <p:sldId id="1746" r:id="rId9"/>
    <p:sldId id="276" r:id="rId10"/>
    <p:sldId id="1754" r:id="rId11"/>
    <p:sldId id="1745" r:id="rId12"/>
    <p:sldId id="1744" r:id="rId13"/>
    <p:sldId id="1758" r:id="rId14"/>
    <p:sldId id="1759" r:id="rId15"/>
    <p:sldId id="1760" r:id="rId16"/>
    <p:sldId id="1761" r:id="rId17"/>
    <p:sldId id="1762" r:id="rId18"/>
    <p:sldId id="1763" r:id="rId19"/>
    <p:sldId id="1764" r:id="rId20"/>
    <p:sldId id="1767" r:id="rId21"/>
    <p:sldId id="1765" r:id="rId22"/>
    <p:sldId id="17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3E9DBC-609B-4E8D-B8AF-22DC9D94320A}" v="30" dt="2026-09-29T14:45:48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 pentela" userId="c613ccba40ab64e2" providerId="LiveId" clId="{5724FB1B-D0CD-4F1B-96CE-FFFD6C784F1E}"/>
    <pc:docChg chg="undo custSel addSld delSld modSld">
      <pc:chgData name="swathi pentela" userId="c613ccba40ab64e2" providerId="LiveId" clId="{5724FB1B-D0CD-4F1B-96CE-FFFD6C784F1E}" dt="2026-09-29T14:45:48.939" v="871"/>
      <pc:docMkLst>
        <pc:docMk/>
      </pc:docMkLst>
      <pc:sldChg chg="modSp mod">
        <pc:chgData name="swathi pentela" userId="c613ccba40ab64e2" providerId="LiveId" clId="{5724FB1B-D0CD-4F1B-96CE-FFFD6C784F1E}" dt="2026-09-25T05:35:37.654" v="22" actId="113"/>
        <pc:sldMkLst>
          <pc:docMk/>
          <pc:sldMk cId="2789891418" sldId="275"/>
        </pc:sldMkLst>
        <pc:spChg chg="mod">
          <ac:chgData name="swathi pentela" userId="c613ccba40ab64e2" providerId="LiveId" clId="{5724FB1B-D0CD-4F1B-96CE-FFFD6C784F1E}" dt="2026-09-25T05:35:37.654" v="22" actId="113"/>
          <ac:spMkLst>
            <pc:docMk/>
            <pc:sldMk cId="2789891418" sldId="275"/>
            <ac:spMk id="6" creationId="{61940EF8-EAC9-C14E-0D44-AF23233323AE}"/>
          </ac:spMkLst>
        </pc:spChg>
      </pc:sldChg>
      <pc:sldChg chg="modSp mod">
        <pc:chgData name="swathi pentela" userId="c613ccba40ab64e2" providerId="LiveId" clId="{5724FB1B-D0CD-4F1B-96CE-FFFD6C784F1E}" dt="2026-09-25T05:37:20.744" v="33" actId="113"/>
        <pc:sldMkLst>
          <pc:docMk/>
          <pc:sldMk cId="2189873731" sldId="1744"/>
        </pc:sldMkLst>
        <pc:spChg chg="mod">
          <ac:chgData name="swathi pentela" userId="c613ccba40ab64e2" providerId="LiveId" clId="{5724FB1B-D0CD-4F1B-96CE-FFFD6C784F1E}" dt="2026-09-25T05:37:20.744" v="33" actId="113"/>
          <ac:spMkLst>
            <pc:docMk/>
            <pc:sldMk cId="2189873731" sldId="1744"/>
            <ac:spMk id="12" creationId="{643BBA0A-23E6-5BD3-622A-5BB20B6111F2}"/>
          </ac:spMkLst>
        </pc:spChg>
      </pc:sldChg>
      <pc:sldChg chg="modSp mod">
        <pc:chgData name="swathi pentela" userId="c613ccba40ab64e2" providerId="LiveId" clId="{5724FB1B-D0CD-4F1B-96CE-FFFD6C784F1E}" dt="2026-09-25T05:36:45.100" v="31" actId="113"/>
        <pc:sldMkLst>
          <pc:docMk/>
          <pc:sldMk cId="382455673" sldId="1746"/>
        </pc:sldMkLst>
        <pc:spChg chg="mod">
          <ac:chgData name="swathi pentela" userId="c613ccba40ab64e2" providerId="LiveId" clId="{5724FB1B-D0CD-4F1B-96CE-FFFD6C784F1E}" dt="2026-09-25T05:36:45.100" v="31" actId="113"/>
          <ac:spMkLst>
            <pc:docMk/>
            <pc:sldMk cId="382455673" sldId="1746"/>
            <ac:spMk id="6" creationId="{7BA628EB-8180-17C2-6B36-38E15A775385}"/>
          </ac:spMkLst>
        </pc:spChg>
      </pc:sldChg>
      <pc:sldChg chg="modSp mod">
        <pc:chgData name="swathi pentela" userId="c613ccba40ab64e2" providerId="LiveId" clId="{5724FB1B-D0CD-4F1B-96CE-FFFD6C784F1E}" dt="2026-09-25T05:36:31.917" v="27" actId="1076"/>
        <pc:sldMkLst>
          <pc:docMk/>
          <pc:sldMk cId="3433692382" sldId="1750"/>
        </pc:sldMkLst>
        <pc:spChg chg="mod">
          <ac:chgData name="swathi pentela" userId="c613ccba40ab64e2" providerId="LiveId" clId="{5724FB1B-D0CD-4F1B-96CE-FFFD6C784F1E}" dt="2026-09-25T05:36:31.917" v="27" actId="1076"/>
          <ac:spMkLst>
            <pc:docMk/>
            <pc:sldMk cId="3433692382" sldId="1750"/>
            <ac:spMk id="6" creationId="{56E38049-2E90-25C6-E5A3-3EBB62590E7B}"/>
          </ac:spMkLst>
        </pc:spChg>
      </pc:sldChg>
      <pc:sldChg chg="modSp mod">
        <pc:chgData name="swathi pentela" userId="c613ccba40ab64e2" providerId="LiveId" clId="{5724FB1B-D0CD-4F1B-96CE-FFFD6C784F1E}" dt="2026-09-25T05:36:37.253" v="29" actId="113"/>
        <pc:sldMkLst>
          <pc:docMk/>
          <pc:sldMk cId="3240840703" sldId="1751"/>
        </pc:sldMkLst>
        <pc:spChg chg="mod">
          <ac:chgData name="swathi pentela" userId="c613ccba40ab64e2" providerId="LiveId" clId="{5724FB1B-D0CD-4F1B-96CE-FFFD6C784F1E}" dt="2026-09-25T05:36:37.253" v="29" actId="113"/>
          <ac:spMkLst>
            <pc:docMk/>
            <pc:sldMk cId="3240840703" sldId="1751"/>
            <ac:spMk id="6" creationId="{FC70DCF7-EDAC-1FAB-8C7E-80DE81CC6934}"/>
          </ac:spMkLst>
        </pc:spChg>
      </pc:sldChg>
      <pc:sldChg chg="modSp mod">
        <pc:chgData name="swathi pentela" userId="c613ccba40ab64e2" providerId="LiveId" clId="{5724FB1B-D0CD-4F1B-96CE-FFFD6C784F1E}" dt="2026-09-25T05:36:12.253" v="24" actId="113"/>
        <pc:sldMkLst>
          <pc:docMk/>
          <pc:sldMk cId="4269804901" sldId="1757"/>
        </pc:sldMkLst>
        <pc:spChg chg="mod">
          <ac:chgData name="swathi pentela" userId="c613ccba40ab64e2" providerId="LiveId" clId="{5724FB1B-D0CD-4F1B-96CE-FFFD6C784F1E}" dt="2026-09-25T05:36:12.253" v="24" actId="113"/>
          <ac:spMkLst>
            <pc:docMk/>
            <pc:sldMk cId="4269804901" sldId="1757"/>
            <ac:spMk id="3" creationId="{E406AC9C-6975-A489-2292-DB538BDE3BB6}"/>
          </ac:spMkLst>
        </pc:spChg>
      </pc:sldChg>
      <pc:sldChg chg="modSp add mod">
        <pc:chgData name="swathi pentela" userId="c613ccba40ab64e2" providerId="LiveId" clId="{5724FB1B-D0CD-4F1B-96CE-FFFD6C784F1E}" dt="2026-09-25T05:43:06.840" v="72" actId="1076"/>
        <pc:sldMkLst>
          <pc:docMk/>
          <pc:sldMk cId="2440373117" sldId="1758"/>
        </pc:sldMkLst>
        <pc:spChg chg="mod">
          <ac:chgData name="swathi pentela" userId="c613ccba40ab64e2" providerId="LiveId" clId="{5724FB1B-D0CD-4F1B-96CE-FFFD6C784F1E}" dt="2026-09-25T05:43:06.840" v="72" actId="1076"/>
          <ac:spMkLst>
            <pc:docMk/>
            <pc:sldMk cId="2440373117" sldId="1758"/>
            <ac:spMk id="2" creationId="{69C059ED-CE73-2D64-3F5D-ACBC34A16B45}"/>
          </ac:spMkLst>
        </pc:spChg>
        <pc:spChg chg="mod">
          <ac:chgData name="swathi pentela" userId="c613ccba40ab64e2" providerId="LiveId" clId="{5724FB1B-D0CD-4F1B-96CE-FFFD6C784F1E}" dt="2026-09-25T05:42:51.070" v="69" actId="1076"/>
          <ac:spMkLst>
            <pc:docMk/>
            <pc:sldMk cId="2440373117" sldId="1758"/>
            <ac:spMk id="9" creationId="{A1527CB9-B5A3-D51E-E848-DB08DF67081F}"/>
          </ac:spMkLst>
        </pc:spChg>
        <pc:grpChg chg="mod">
          <ac:chgData name="swathi pentela" userId="c613ccba40ab64e2" providerId="LiveId" clId="{5724FB1B-D0CD-4F1B-96CE-FFFD6C784F1E}" dt="2026-09-25T05:43:00.463" v="71" actId="1076"/>
          <ac:grpSpMkLst>
            <pc:docMk/>
            <pc:sldMk cId="2440373117" sldId="1758"/>
            <ac:grpSpMk id="7" creationId="{EF64C71C-E6FC-A641-0C5B-AF269AAC4E5B}"/>
          </ac:grpSpMkLst>
        </pc:grpChg>
      </pc:sldChg>
      <pc:sldChg chg="addSp delSp modSp add mod">
        <pc:chgData name="swathi pentela" userId="c613ccba40ab64e2" providerId="LiveId" clId="{5724FB1B-D0CD-4F1B-96CE-FFFD6C784F1E}" dt="2026-09-25T06:00:49.493" v="144" actId="403"/>
        <pc:sldMkLst>
          <pc:docMk/>
          <pc:sldMk cId="1482672456" sldId="1759"/>
        </pc:sldMkLst>
        <pc:spChg chg="add mod">
          <ac:chgData name="swathi pentela" userId="c613ccba40ab64e2" providerId="LiveId" clId="{5724FB1B-D0CD-4F1B-96CE-FFFD6C784F1E}" dt="2026-09-25T06:00:49.493" v="144" actId="403"/>
          <ac:spMkLst>
            <pc:docMk/>
            <pc:sldMk cId="1482672456" sldId="1759"/>
            <ac:spMk id="5" creationId="{82BCC62D-9B0B-D223-FD3A-3425C0BEEB72}"/>
          </ac:spMkLst>
        </pc:spChg>
        <pc:spChg chg="mod">
          <ac:chgData name="swathi pentela" userId="c613ccba40ab64e2" providerId="LiveId" clId="{5724FB1B-D0CD-4F1B-96CE-FFFD6C784F1E}" dt="2026-09-25T05:45:36.326" v="99" actId="1076"/>
          <ac:spMkLst>
            <pc:docMk/>
            <pc:sldMk cId="1482672456" sldId="1759"/>
            <ac:spMk id="9" creationId="{0E6A1FEA-F969-10BC-7F0B-9CCCB44C86A4}"/>
          </ac:spMkLst>
        </pc:spChg>
        <pc:spChg chg="mod">
          <ac:chgData name="swathi pentela" userId="c613ccba40ab64e2" providerId="LiveId" clId="{5724FB1B-D0CD-4F1B-96CE-FFFD6C784F1E}" dt="2026-09-25T05:45:15.804" v="77"/>
          <ac:spMkLst>
            <pc:docMk/>
            <pc:sldMk cId="1482672456" sldId="1759"/>
            <ac:spMk id="11" creationId="{7873CDE4-4523-397C-0FB0-145224ADAF4A}"/>
          </ac:spMkLst>
        </pc:spChg>
        <pc:grpChg chg="mod">
          <ac:chgData name="swathi pentela" userId="c613ccba40ab64e2" providerId="LiveId" clId="{5724FB1B-D0CD-4F1B-96CE-FFFD6C784F1E}" dt="2026-09-25T05:45:15.804" v="77"/>
          <ac:grpSpMkLst>
            <pc:docMk/>
            <pc:sldMk cId="1482672456" sldId="1759"/>
            <ac:grpSpMk id="7" creationId="{EB93CF6D-259C-F33C-D7CE-737A7F53C008}"/>
          </ac:grpSpMkLst>
        </pc:grpChg>
        <pc:grpChg chg="mod">
          <ac:chgData name="swathi pentela" userId="c613ccba40ab64e2" providerId="LiveId" clId="{5724FB1B-D0CD-4F1B-96CE-FFFD6C784F1E}" dt="2026-09-25T05:45:15.804" v="77"/>
          <ac:grpSpMkLst>
            <pc:docMk/>
            <pc:sldMk cId="1482672456" sldId="1759"/>
            <ac:grpSpMk id="8" creationId="{8617B62F-4F6D-7210-1E2F-1E6C4E67A8B0}"/>
          </ac:grpSpMkLst>
        </pc:grpChg>
        <pc:picChg chg="mod">
          <ac:chgData name="swathi pentela" userId="c613ccba40ab64e2" providerId="LiveId" clId="{5724FB1B-D0CD-4F1B-96CE-FFFD6C784F1E}" dt="2026-09-25T05:45:15.804" v="77"/>
          <ac:picMkLst>
            <pc:docMk/>
            <pc:sldMk cId="1482672456" sldId="1759"/>
            <ac:picMk id="10" creationId="{FD3CAE8B-6378-2BB7-AFED-F7BA69DB0EBC}"/>
          </ac:picMkLst>
        </pc:picChg>
      </pc:sldChg>
      <pc:sldChg chg="modSp add mod">
        <pc:chgData name="swathi pentela" userId="c613ccba40ab64e2" providerId="LiveId" clId="{5724FB1B-D0CD-4F1B-96CE-FFFD6C784F1E}" dt="2026-09-25T06:02:17.884" v="190" actId="20577"/>
        <pc:sldMkLst>
          <pc:docMk/>
          <pc:sldMk cId="820416189" sldId="1760"/>
        </pc:sldMkLst>
        <pc:spChg chg="mod">
          <ac:chgData name="swathi pentela" userId="c613ccba40ab64e2" providerId="LiveId" clId="{5724FB1B-D0CD-4F1B-96CE-FFFD6C784F1E}" dt="2026-09-25T06:02:17.884" v="190" actId="20577"/>
          <ac:spMkLst>
            <pc:docMk/>
            <pc:sldMk cId="820416189" sldId="1760"/>
            <ac:spMk id="2" creationId="{6E42312C-5BCA-0B4A-028C-BAC51832260A}"/>
          </ac:spMkLst>
        </pc:spChg>
        <pc:spChg chg="mod">
          <ac:chgData name="swathi pentela" userId="c613ccba40ab64e2" providerId="LiveId" clId="{5724FB1B-D0CD-4F1B-96CE-FFFD6C784F1E}" dt="2026-09-25T05:59:07.955" v="127" actId="1076"/>
          <ac:spMkLst>
            <pc:docMk/>
            <pc:sldMk cId="820416189" sldId="1760"/>
            <ac:spMk id="9" creationId="{4FB3CDAE-CBDC-F7D3-A454-D2B1833C0BB7}"/>
          </ac:spMkLst>
        </pc:spChg>
        <pc:grpChg chg="mod">
          <ac:chgData name="swathi pentela" userId="c613ccba40ab64e2" providerId="LiveId" clId="{5724FB1B-D0CD-4F1B-96CE-FFFD6C784F1E}" dt="2026-09-25T06:00:29.183" v="142" actId="1076"/>
          <ac:grpSpMkLst>
            <pc:docMk/>
            <pc:sldMk cId="820416189" sldId="1760"/>
            <ac:grpSpMk id="7" creationId="{A5543D49-1D3C-A620-773F-60948F5D50D0}"/>
          </ac:grpSpMkLst>
        </pc:grpChg>
      </pc:sldChg>
      <pc:sldChg chg="modSp add mod">
        <pc:chgData name="swathi pentela" userId="c613ccba40ab64e2" providerId="LiveId" clId="{5724FB1B-D0CD-4F1B-96CE-FFFD6C784F1E}" dt="2026-09-25T06:02:57.423" v="200" actId="1076"/>
        <pc:sldMkLst>
          <pc:docMk/>
          <pc:sldMk cId="1796543491" sldId="1761"/>
        </pc:sldMkLst>
        <pc:spChg chg="mod">
          <ac:chgData name="swathi pentela" userId="c613ccba40ab64e2" providerId="LiveId" clId="{5724FB1B-D0CD-4F1B-96CE-FFFD6C784F1E}" dt="2026-09-25T06:02:57.423" v="200" actId="1076"/>
          <ac:spMkLst>
            <pc:docMk/>
            <pc:sldMk cId="1796543491" sldId="1761"/>
            <ac:spMk id="2" creationId="{323337F4-721F-49FA-91BD-532780127171}"/>
          </ac:spMkLst>
        </pc:spChg>
        <pc:spChg chg="mod">
          <ac:chgData name="swathi pentela" userId="c613ccba40ab64e2" providerId="LiveId" clId="{5724FB1B-D0CD-4F1B-96CE-FFFD6C784F1E}" dt="2026-09-25T06:01:41.330" v="185" actId="1076"/>
          <ac:spMkLst>
            <pc:docMk/>
            <pc:sldMk cId="1796543491" sldId="1761"/>
            <ac:spMk id="9" creationId="{C244D9C9-ED86-1DBF-302C-BACE2CAA4A7A}"/>
          </ac:spMkLst>
        </pc:spChg>
        <pc:spChg chg="mod">
          <ac:chgData name="swathi pentela" userId="c613ccba40ab64e2" providerId="LiveId" clId="{5724FB1B-D0CD-4F1B-96CE-FFFD6C784F1E}" dt="2026-09-25T06:01:33.091" v="184" actId="1076"/>
          <ac:spMkLst>
            <pc:docMk/>
            <pc:sldMk cId="1796543491" sldId="1761"/>
            <ac:spMk id="11" creationId="{C67F4F10-56AB-1C1E-493D-6FCF7C8CDE68}"/>
          </ac:spMkLst>
        </pc:spChg>
      </pc:sldChg>
      <pc:sldChg chg="modSp add mod">
        <pc:chgData name="swathi pentela" userId="c613ccba40ab64e2" providerId="LiveId" clId="{5724FB1B-D0CD-4F1B-96CE-FFFD6C784F1E}" dt="2026-09-25T07:08:53.232" v="661" actId="1076"/>
        <pc:sldMkLst>
          <pc:docMk/>
          <pc:sldMk cId="791833503" sldId="1762"/>
        </pc:sldMkLst>
        <pc:spChg chg="mod">
          <ac:chgData name="swathi pentela" userId="c613ccba40ab64e2" providerId="LiveId" clId="{5724FB1B-D0CD-4F1B-96CE-FFFD6C784F1E}" dt="2026-09-25T07:08:47.259" v="660" actId="1076"/>
          <ac:spMkLst>
            <pc:docMk/>
            <pc:sldMk cId="791833503" sldId="1762"/>
            <ac:spMk id="2" creationId="{1AC8FD8D-DC4C-B64D-D4B1-EF67C8D4482A}"/>
          </ac:spMkLst>
        </pc:spChg>
        <pc:spChg chg="mod">
          <ac:chgData name="swathi pentela" userId="c613ccba40ab64e2" providerId="LiveId" clId="{5724FB1B-D0CD-4F1B-96CE-FFFD6C784F1E}" dt="2026-09-25T06:05:34.635" v="266" actId="1076"/>
          <ac:spMkLst>
            <pc:docMk/>
            <pc:sldMk cId="791833503" sldId="1762"/>
            <ac:spMk id="9" creationId="{F0D849F6-B44A-2D69-73DE-ED87BE0FA31F}"/>
          </ac:spMkLst>
        </pc:spChg>
        <pc:spChg chg="mod">
          <ac:chgData name="swathi pentela" userId="c613ccba40ab64e2" providerId="LiveId" clId="{5724FB1B-D0CD-4F1B-96CE-FFFD6C784F1E}" dt="2026-09-25T06:05:02.624" v="257" actId="14100"/>
          <ac:spMkLst>
            <pc:docMk/>
            <pc:sldMk cId="791833503" sldId="1762"/>
            <ac:spMk id="11" creationId="{24EEBB22-3B5D-E1F0-2100-8F3DE31E2512}"/>
          </ac:spMkLst>
        </pc:spChg>
        <pc:grpChg chg="mod">
          <ac:chgData name="swathi pentela" userId="c613ccba40ab64e2" providerId="LiveId" clId="{5724FB1B-D0CD-4F1B-96CE-FFFD6C784F1E}" dt="2026-09-25T07:08:53.232" v="661" actId="1076"/>
          <ac:grpSpMkLst>
            <pc:docMk/>
            <pc:sldMk cId="791833503" sldId="1762"/>
            <ac:grpSpMk id="7" creationId="{FFF664D2-9184-BEA4-9479-AB0ED91BE283}"/>
          </ac:grpSpMkLst>
        </pc:grpChg>
      </pc:sldChg>
      <pc:sldChg chg="modSp add mod">
        <pc:chgData name="swathi pentela" userId="c613ccba40ab64e2" providerId="LiveId" clId="{5724FB1B-D0CD-4F1B-96CE-FFFD6C784F1E}" dt="2026-09-25T07:07:04.124" v="656" actId="1076"/>
        <pc:sldMkLst>
          <pc:docMk/>
          <pc:sldMk cId="1747287240" sldId="1763"/>
        </pc:sldMkLst>
        <pc:spChg chg="mod">
          <ac:chgData name="swathi pentela" userId="c613ccba40ab64e2" providerId="LiveId" clId="{5724FB1B-D0CD-4F1B-96CE-FFFD6C784F1E}" dt="2026-09-25T07:07:04.124" v="656" actId="1076"/>
          <ac:spMkLst>
            <pc:docMk/>
            <pc:sldMk cId="1747287240" sldId="1763"/>
            <ac:spMk id="2" creationId="{CC93608C-F7CD-081F-AD68-B353C02401E5}"/>
          </ac:spMkLst>
        </pc:spChg>
        <pc:spChg chg="mod">
          <ac:chgData name="swathi pentela" userId="c613ccba40ab64e2" providerId="LiveId" clId="{5724FB1B-D0CD-4F1B-96CE-FFFD6C784F1E}" dt="2026-09-25T06:46:01.933" v="321" actId="1076"/>
          <ac:spMkLst>
            <pc:docMk/>
            <pc:sldMk cId="1747287240" sldId="1763"/>
            <ac:spMk id="9" creationId="{FFBCCC35-AF22-F1F9-372E-4593375C0603}"/>
          </ac:spMkLst>
        </pc:spChg>
        <pc:spChg chg="mod">
          <ac:chgData name="swathi pentela" userId="c613ccba40ab64e2" providerId="LiveId" clId="{5724FB1B-D0CD-4F1B-96CE-FFFD6C784F1E}" dt="2026-09-25T06:58:57.484" v="501" actId="14100"/>
          <ac:spMkLst>
            <pc:docMk/>
            <pc:sldMk cId="1747287240" sldId="1763"/>
            <ac:spMk id="11" creationId="{ED1A49DA-09E0-3607-96F0-0DFBDCA2640A}"/>
          </ac:spMkLst>
        </pc:spChg>
        <pc:grpChg chg="mod">
          <ac:chgData name="swathi pentela" userId="c613ccba40ab64e2" providerId="LiveId" clId="{5724FB1B-D0CD-4F1B-96CE-FFFD6C784F1E}" dt="2026-09-25T06:58:48.331" v="497" actId="14100"/>
          <ac:grpSpMkLst>
            <pc:docMk/>
            <pc:sldMk cId="1747287240" sldId="1763"/>
            <ac:grpSpMk id="7" creationId="{56CCB796-F125-5752-A5FA-E91908C330E5}"/>
          </ac:grpSpMkLst>
        </pc:grpChg>
        <pc:picChg chg="mod">
          <ac:chgData name="swathi pentela" userId="c613ccba40ab64e2" providerId="LiveId" clId="{5724FB1B-D0CD-4F1B-96CE-FFFD6C784F1E}" dt="2026-09-25T06:58:56.417" v="499" actId="14100"/>
          <ac:picMkLst>
            <pc:docMk/>
            <pc:sldMk cId="1747287240" sldId="1763"/>
            <ac:picMk id="10" creationId="{369799FC-4312-04BB-4B8B-E22057117A98}"/>
          </ac:picMkLst>
        </pc:picChg>
      </pc:sldChg>
      <pc:sldChg chg="addSp delSp modSp add mod">
        <pc:chgData name="swathi pentela" userId="c613ccba40ab64e2" providerId="LiveId" clId="{5724FB1B-D0CD-4F1B-96CE-FFFD6C784F1E}" dt="2026-09-25T07:06:57.530" v="655" actId="1076"/>
        <pc:sldMkLst>
          <pc:docMk/>
          <pc:sldMk cId="1886593810" sldId="1764"/>
        </pc:sldMkLst>
        <pc:spChg chg="add del mod">
          <ac:chgData name="swathi pentela" userId="c613ccba40ab64e2" providerId="LiveId" clId="{5724FB1B-D0CD-4F1B-96CE-FFFD6C784F1E}" dt="2026-09-25T07:06:57.530" v="655" actId="1076"/>
          <ac:spMkLst>
            <pc:docMk/>
            <pc:sldMk cId="1886593810" sldId="1764"/>
            <ac:spMk id="2" creationId="{F5960B04-94EC-5A03-B60A-9D939A37FAFA}"/>
          </ac:spMkLst>
        </pc:spChg>
        <pc:spChg chg="add del">
          <ac:chgData name="swathi pentela" userId="c613ccba40ab64e2" providerId="LiveId" clId="{5724FB1B-D0CD-4F1B-96CE-FFFD6C784F1E}" dt="2026-09-25T07:00:47.950" v="514" actId="478"/>
          <ac:spMkLst>
            <pc:docMk/>
            <pc:sldMk cId="1886593810" sldId="1764"/>
            <ac:spMk id="4" creationId="{A52DE2F6-A260-7E7C-2D1C-626CD008AD63}"/>
          </ac:spMkLst>
        </pc:spChg>
        <pc:spChg chg="mod">
          <ac:chgData name="swathi pentela" userId="c613ccba40ab64e2" providerId="LiveId" clId="{5724FB1B-D0CD-4F1B-96CE-FFFD6C784F1E}" dt="2026-09-25T07:00:34.683" v="512" actId="1076"/>
          <ac:spMkLst>
            <pc:docMk/>
            <pc:sldMk cId="1886593810" sldId="1764"/>
            <ac:spMk id="9" creationId="{9AD41EED-ECFF-B16C-A094-73A5F10D8B0B}"/>
          </ac:spMkLst>
        </pc:spChg>
        <pc:grpChg chg="add del mod">
          <ac:chgData name="swathi pentela" userId="c613ccba40ab64e2" providerId="LiveId" clId="{5724FB1B-D0CD-4F1B-96CE-FFFD6C784F1E}" dt="2026-09-25T07:00:47.950" v="514" actId="478"/>
          <ac:grpSpMkLst>
            <pc:docMk/>
            <pc:sldMk cId="1886593810" sldId="1764"/>
            <ac:grpSpMk id="7" creationId="{37049BFE-3651-E4B5-3DE9-0554A1E9256F}"/>
          </ac:grpSpMkLst>
        </pc:grpChg>
        <pc:picChg chg="add del">
          <ac:chgData name="swathi pentela" userId="c613ccba40ab64e2" providerId="LiveId" clId="{5724FB1B-D0CD-4F1B-96CE-FFFD6C784F1E}" dt="2026-09-25T07:00:47.950" v="514" actId="478"/>
          <ac:picMkLst>
            <pc:docMk/>
            <pc:sldMk cId="1886593810" sldId="1764"/>
            <ac:picMk id="2050" creationId="{C24E6736-A0D1-A54C-1885-6C622682F7A8}"/>
          </ac:picMkLst>
        </pc:picChg>
      </pc:sldChg>
      <pc:sldChg chg="addSp delSp modSp add mod">
        <pc:chgData name="swathi pentela" userId="c613ccba40ab64e2" providerId="LiveId" clId="{5724FB1B-D0CD-4F1B-96CE-FFFD6C784F1E}" dt="2026-09-25T07:32:42.648" v="769" actId="14100"/>
        <pc:sldMkLst>
          <pc:docMk/>
          <pc:sldMk cId="3558499222" sldId="1765"/>
        </pc:sldMkLst>
        <pc:spChg chg="mod">
          <ac:chgData name="swathi pentela" userId="c613ccba40ab64e2" providerId="LiveId" clId="{5724FB1B-D0CD-4F1B-96CE-FFFD6C784F1E}" dt="2026-09-25T07:18:32.407" v="737" actId="1076"/>
          <ac:spMkLst>
            <pc:docMk/>
            <pc:sldMk cId="3558499222" sldId="1765"/>
            <ac:spMk id="9" creationId="{5FBCB73B-02AA-FA3D-1D6E-DCAE6EB6CC2B}"/>
          </ac:spMkLst>
        </pc:spChg>
        <pc:spChg chg="mod">
          <ac:chgData name="swathi pentela" userId="c613ccba40ab64e2" providerId="LiveId" clId="{5724FB1B-D0CD-4F1B-96CE-FFFD6C784F1E}" dt="2026-09-25T07:18:07.180" v="686" actId="1076"/>
          <ac:spMkLst>
            <pc:docMk/>
            <pc:sldMk cId="3558499222" sldId="1765"/>
            <ac:spMk id="11" creationId="{E8726E57-E78C-67EA-FCB7-C8B863C3B420}"/>
          </ac:spMkLst>
        </pc:spChg>
        <pc:picChg chg="add mod">
          <ac:chgData name="swathi pentela" userId="c613ccba40ab64e2" providerId="LiveId" clId="{5724FB1B-D0CD-4F1B-96CE-FFFD6C784F1E}" dt="2026-09-25T07:31:57.130" v="757" actId="1076"/>
          <ac:picMkLst>
            <pc:docMk/>
            <pc:sldMk cId="3558499222" sldId="1765"/>
            <ac:picMk id="5" creationId="{01235562-C52D-D36D-C665-E2CBC53929BA}"/>
          </ac:picMkLst>
        </pc:picChg>
        <pc:picChg chg="add mod">
          <ac:chgData name="swathi pentela" userId="c613ccba40ab64e2" providerId="LiveId" clId="{5724FB1B-D0CD-4F1B-96CE-FFFD6C784F1E}" dt="2026-09-25T07:32:42.648" v="769" actId="14100"/>
          <ac:picMkLst>
            <pc:docMk/>
            <pc:sldMk cId="3558499222" sldId="1765"/>
            <ac:picMk id="12" creationId="{5FD39556-7ACA-7A25-0490-4F1BD07021E3}"/>
          </ac:picMkLst>
        </pc:picChg>
      </pc:sldChg>
      <pc:sldChg chg="add">
        <pc:chgData name="swathi pentela" userId="c613ccba40ab64e2" providerId="LiveId" clId="{5724FB1B-D0CD-4F1B-96CE-FFFD6C784F1E}" dt="2026-09-29T14:45:48.939" v="871"/>
        <pc:sldMkLst>
          <pc:docMk/>
          <pc:sldMk cId="3047415322" sldId="1767"/>
        </pc:sldMkLst>
      </pc:sldChg>
      <pc:sldChg chg="modSp add del mod">
        <pc:chgData name="swathi pentela" userId="c613ccba40ab64e2" providerId="LiveId" clId="{5724FB1B-D0CD-4F1B-96CE-FFFD6C784F1E}" dt="2026-09-29T14:45:46.657" v="870" actId="2696"/>
        <pc:sldMkLst>
          <pc:docMk/>
          <pc:sldMk cId="4157070013" sldId="17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94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72D8-5B95-027D-8DDF-A50BB19B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38B9B-839C-33C5-2C02-A6846B86A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71A19-1476-064E-8224-9DD9F9C2B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6D770-C4C7-A1C7-8CE4-A924BE74A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59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F692-9668-2A4B-26FF-165CE04E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4948B-8EF9-DFF8-4DC3-DC131A4DC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FF787-FB51-6F39-0DF5-50A084576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21ED-0EF3-68F6-82FF-DF4DB27D3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1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6BF9-2CC4-0AE1-0954-EB28A99C0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AA03-5411-516A-DE2B-B10D417FD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952F3-D0F6-FE1A-D55C-905314609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CD286-B55B-B0A2-AD5A-82971B70D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35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6887-D00E-443A-9398-CD7C6A8E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B9B70-1F49-9C2D-C265-AA8BB88A3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467B3-7A7D-D1E4-A5A9-21E29478A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B4906-F091-FB1B-EE29-1CBF0D65F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72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61BD-C861-50D5-AB2F-A02444E5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416E5-6FA3-A957-E02E-4DB67CF89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FFCCB-183B-4F18-819D-BD468FE82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A251-36FE-9EB7-4071-78CDD0454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97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2D3B-5ABA-A6BD-17BF-F8813693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2E459-89CD-856B-76DC-30604B73D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B84E7-4A9F-0A56-3E20-50CBABED9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7BDCE-C3ED-E53C-2C15-C8B990CD6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4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9758-6260-F797-ABD1-FF4380C0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C7E5D-1ED2-BE47-455A-73FF24125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16BCA-0C1D-C283-5247-14BD16660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4F349-2B2A-14B5-B9C0-56A944CDC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06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1C83-3CF3-08B4-DEB7-EA3422FA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35FD8-692E-214E-5A4B-BECF30061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16244-1ECE-372C-B680-15E57B71A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ECF6E-2B16-73A6-D5CA-7AF576FDC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8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92BB-7BA9-9ECD-6C1C-6955A6C3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86232-478A-67D0-9BA4-42A7214A1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7A086-A749-E494-7250-42ADE903F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607DF-960C-4DFC-FE36-9E60B4F7F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9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17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2300" y="870853"/>
            <a:ext cx="5867400" cy="838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38200" y="1289953"/>
            <a:ext cx="105156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RESOURCE MANAGEMENT SYSTEM</a:t>
            </a:r>
          </a:p>
          <a:p>
            <a:pPr algn="ctr"/>
            <a:endParaRPr lang="en-US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Presented by</a:t>
            </a:r>
          </a:p>
          <a:p>
            <a:pPr marL="457200" indent="-457200" algn="ctr">
              <a:buAutoNum type="arabicPeriod"/>
            </a:pP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Eeranki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 Sri Surya Krishna Karthik   – 25B11CS253</a:t>
            </a:r>
          </a:p>
          <a:p>
            <a:pPr marL="457200" indent="-457200" algn="ctr">
              <a:buAutoNum type="arabicPeriod"/>
            </a:pP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Kamepalli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 Venkata Akhilesh            – 25B11CS381</a:t>
            </a:r>
          </a:p>
          <a:p>
            <a:pPr marL="457200" indent="-457200" algn="ctr">
              <a:buAutoNum type="arabicPeriod"/>
            </a:pP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Chokka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 Sri Sowmya                           – 25B11CS194</a:t>
            </a:r>
          </a:p>
          <a:p>
            <a:pPr marL="457200" indent="-457200" algn="ctr">
              <a:buAutoNum type="arabicPeriod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itchFamily="18" charset="0"/>
              </a:rPr>
              <a:t>Boddu Lakshmi Surya Sahithi          – 25B11CS115</a:t>
            </a:r>
          </a:p>
          <a:p>
            <a:pPr algn="ctr"/>
            <a:endParaRPr lang="en-US" sz="2400" b="1" dirty="0">
              <a:solidFill>
                <a:srgbClr val="0070C0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Under the Supervision of 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Book Antiqua" panose="02040602050305030304" pitchFamily="18" charset="0"/>
                <a:cs typeface="Times New Roman" pitchFamily="18" charset="0"/>
              </a:rPr>
              <a:t>Dr. M.V.B. Murali Krishna</a:t>
            </a:r>
            <a:endParaRPr lang="en-US" sz="2000" dirty="0">
              <a:solidFill>
                <a:schemeClr val="accent2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EB84-E0E0-0013-8E77-D538AC7F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8B378-9A4D-E470-9F2B-470451C44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524000"/>
            <a:ext cx="8153400" cy="462429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F79D03B1-F1AC-4899-ADFB-527E0975B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B9190-111A-91EB-2E94-2059ED49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FA59DD-D7B6-3464-FF72-7FB576D8DF99}"/>
              </a:ext>
            </a:extLst>
          </p:cNvPr>
          <p:cNvGrpSpPr/>
          <p:nvPr/>
        </p:nvGrpSpPr>
        <p:grpSpPr>
          <a:xfrm>
            <a:off x="3068259" y="457094"/>
            <a:ext cx="6055482" cy="1261107"/>
            <a:chOff x="13004829" y="1407596"/>
            <a:chExt cx="6141489" cy="19093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1464AA6-5F92-EA51-96BD-16B8B56D974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F454BB65-2A62-9FEB-E165-F5647C5AC72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09C1539B-A5B3-EC7E-8306-9BFBD088AA2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40CD98-B0CA-F073-0F20-BAAF700804FE}"/>
                </a:ext>
              </a:extLst>
            </p:cNvPr>
            <p:cNvSpPr/>
            <p:nvPr/>
          </p:nvSpPr>
          <p:spPr>
            <a:xfrm>
              <a:off x="13185154" y="1773658"/>
              <a:ext cx="5635331" cy="698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OUTLINE OF THE TALK</a:t>
              </a: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itchFamily="34" charset="0"/>
                <a:cs typeface="Arial Unicode MS" panose="020B0604020202020204" pitchFamily="34" charset="-128"/>
                <a:sym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1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E5D-80D7-7E51-544E-45D0C5F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C3832E2-58BD-3420-3DB8-4D92A72E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5B70-FEA9-4F89-5CD9-3ECB13E5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D2F476-842F-6F48-36FC-0C6D8B2E55D0}"/>
              </a:ext>
            </a:extLst>
          </p:cNvPr>
          <p:cNvGrpSpPr/>
          <p:nvPr/>
        </p:nvGrpSpPr>
        <p:grpSpPr>
          <a:xfrm>
            <a:off x="3810000" y="439926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75F019-FFE0-2FA4-7C9C-6AD0E352A43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B8A5548-836F-FE91-81C9-614A50D0FEC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509FE48-EB07-7A73-784D-E66E74453F4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5757B-8341-7E10-71A8-9D59EDC76EA2}"/>
                </a:ext>
              </a:extLst>
            </p:cNvPr>
            <p:cNvSpPr/>
            <p:nvPr/>
          </p:nvSpPr>
          <p:spPr>
            <a:xfrm>
              <a:off x="14207225" y="1556118"/>
              <a:ext cx="5635331" cy="10435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INTRODUCTION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940EF8-EAC9-C14E-0D44-AF23233323AE}"/>
              </a:ext>
            </a:extLst>
          </p:cNvPr>
          <p:cNvSpPr txBox="1"/>
          <p:nvPr/>
        </p:nvSpPr>
        <p:spPr>
          <a:xfrm>
            <a:off x="1295400" y="1530725"/>
            <a:ext cx="104394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DBMS-based system designed to manage disaster relief operations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organizes information about disasters, victims, resources, volunteers, and relief centres.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database for quick access to important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track available resources and their distribution to affected areas.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records of victims and their assistance requirements.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coordination between volunteers and relief centres.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resource wastage, duplication, and delays during relief operations.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relief resources are properly managed and delivered to those in need.</a:t>
            </a:r>
          </a:p>
          <a:p>
            <a:pPr algn="just">
              <a:tabLst>
                <a:tab pos="7351713" algn="l"/>
              </a:tabLst>
            </a:pPr>
            <a:endParaRPr 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9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AC9C-6975-A489-2292-DB538BDE3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33163"/>
            <a:ext cx="10972800" cy="45259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data is often scattered and difficult to manage.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records can cause errors and duplicate data.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victims and their needs is challenging.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availability is difficult to monitor.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coordination can cause delays in relief distribution.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may be misallocated or wasted.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and relief centre information can be difficult to coordinate.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DBMS is needed for efficient disaster relief management.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7228-9FD8-0A8A-49B2-D7F4FFBE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29 September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A4BED-0FC0-EED4-D14A-EC53329D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098B64-720A-0050-6E4D-642B43AA39D3}"/>
              </a:ext>
            </a:extLst>
          </p:cNvPr>
          <p:cNvGrpSpPr/>
          <p:nvPr/>
        </p:nvGrpSpPr>
        <p:grpSpPr>
          <a:xfrm>
            <a:off x="3068259" y="533400"/>
            <a:ext cx="6055482" cy="1261107"/>
            <a:chOff x="13004829" y="1407596"/>
            <a:chExt cx="6141489" cy="19093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6C2C99A-30AC-68F4-E8C7-28838AD2570B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9" name="object 3">
                <a:extLst>
                  <a:ext uri="{FF2B5EF4-FFF2-40B4-BE49-F238E27FC236}">
                    <a16:creationId xmlns:a16="http://schemas.microsoft.com/office/drawing/2014/main" id="{EBFA1778-EEDA-4509-C2F5-3A1A6491C89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F3B8D228-24A9-2A42-6C9E-A473D253872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930395-C544-EAEE-D2A6-0FCB8B42FCB3}"/>
                </a:ext>
              </a:extLst>
            </p:cNvPr>
            <p:cNvSpPr/>
            <p:nvPr/>
          </p:nvSpPr>
          <p:spPr>
            <a:xfrm>
              <a:off x="13185154" y="1773658"/>
              <a:ext cx="5635331" cy="698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2"/>
                </a:spcBef>
                <a:buClr>
                  <a:srgbClr val="000000"/>
                </a:buClr>
                <a:defRPr/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  <a:sym typeface="Arial" panose="020B0604020202020204"/>
                </a:rPr>
                <a:t>PROBLEM STATEMENT</a:t>
              </a:r>
            </a:p>
          </p:txBody>
        </p:sp>
      </p:grpSp>
      <p:pic>
        <p:nvPicPr>
          <p:cNvPr id="11" name="Picture 2" descr="C:\Users\My\Desktop\Capture 1.PNG">
            <a:extLst>
              <a:ext uri="{FF2B5EF4-FFF2-40B4-BE49-F238E27FC236}">
                <a16:creationId xmlns:a16="http://schemas.microsoft.com/office/drawing/2014/main" id="{E44F9B75-58FB-3A96-A3A5-E3AD3581F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980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3722-3077-84ED-FADF-FACAA9D9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A8D1DBC7-5BE1-D98D-8A8A-EF9262034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32E6E-B536-993F-2B6F-5F9D3AA1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D2552C-6BCA-21DD-CF9A-2CCE90CE10C3}"/>
              </a:ext>
            </a:extLst>
          </p:cNvPr>
          <p:cNvGrpSpPr/>
          <p:nvPr/>
        </p:nvGrpSpPr>
        <p:grpSpPr>
          <a:xfrm>
            <a:off x="3886200" y="455796"/>
            <a:ext cx="5352365" cy="1235076"/>
            <a:chOff x="13004829" y="1407596"/>
            <a:chExt cx="70381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9EEF6C-D91A-2399-F508-43A0F4CF6904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3C107A40-B24D-D864-2514-B5C43A6E229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4F4BCF2B-D30A-9914-DCDE-87778326DFA6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E7C26A-B130-12C9-70FC-791C0FFB63BD}"/>
                </a:ext>
              </a:extLst>
            </p:cNvPr>
            <p:cNvSpPr/>
            <p:nvPr/>
          </p:nvSpPr>
          <p:spPr>
            <a:xfrm>
              <a:off x="13706227" y="1505726"/>
              <a:ext cx="6336729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CURRENT SCENARIO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6E38049-2E90-25C6-E5A3-3EBB62590E7B}"/>
              </a:ext>
            </a:extLst>
          </p:cNvPr>
          <p:cNvSpPr txBox="1"/>
          <p:nvPr/>
        </p:nvSpPr>
        <p:spPr>
          <a:xfrm>
            <a:off x="1371600" y="1524000"/>
            <a:ext cx="10058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relief operations often depend on manual records and scattered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get real-time information about available resources.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may be unevenly distributed or wasted due to poor coordination.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information and their requirements may be difficult to track accurately.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between volunteers, relief centres, and authorities can be challenging.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can lead to delays and duplicate records.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DBMS to manage and access disaster-related data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well-organized system can help ensure faster and more effective relief distribution.</a:t>
            </a:r>
          </a:p>
          <a:p>
            <a:pPr algn="just">
              <a:tabLst>
                <a:tab pos="7351713" algn="l"/>
              </a:tabLst>
            </a:pPr>
            <a:endParaRPr lang="en-US" alt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69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729C-2828-6EB5-71E1-86BC4EDC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4F2B8575-2E9C-631F-D8ED-D498576CB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BDE5E-B354-2145-6B91-FBFBC7FB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9DCD17-8D2A-01F9-1DF6-919861471B8C}"/>
              </a:ext>
            </a:extLst>
          </p:cNvPr>
          <p:cNvGrpSpPr/>
          <p:nvPr/>
        </p:nvGrpSpPr>
        <p:grpSpPr>
          <a:xfrm>
            <a:off x="3991856" y="685800"/>
            <a:ext cx="4817887" cy="1235076"/>
            <a:chOff x="13004829" y="1407596"/>
            <a:chExt cx="6335311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47C538-C1DD-CBFA-8735-2093F639380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EDFE552C-0F35-7590-26FE-AD9D49EDA7C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39214767-2FE4-328F-ED98-F465149AFD1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975D4C-4350-0508-C242-5DBFA5792EC7}"/>
                </a:ext>
              </a:extLst>
            </p:cNvPr>
            <p:cNvSpPr/>
            <p:nvPr/>
          </p:nvSpPr>
          <p:spPr>
            <a:xfrm>
              <a:off x="13704809" y="1506484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LITERATURE SURVEY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C70DCF7-EDAC-1FAB-8C7E-80DE81CC6934}"/>
              </a:ext>
            </a:extLst>
          </p:cNvPr>
          <p:cNvSpPr txBox="1"/>
          <p:nvPr/>
        </p:nvSpPr>
        <p:spPr>
          <a:xfrm>
            <a:off x="3581400" y="1700489"/>
            <a:ext cx="5638800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existing disaster management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DBMS-based relief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resource and victim management.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databases improve data access.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issues in coordination and tracking.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efficient resource allocation.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victims, resources, and volunteers.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centralized relational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84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52047-8B00-DB91-D2F2-7FB0D59C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977258E6-B7E6-A4A3-A700-6F0F68935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6D993-3833-C1CC-4CCF-0DBC2394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37FDF2-BAB2-803E-F545-756E44197237}"/>
              </a:ext>
            </a:extLst>
          </p:cNvPr>
          <p:cNvGrpSpPr/>
          <p:nvPr/>
        </p:nvGrpSpPr>
        <p:grpSpPr>
          <a:xfrm>
            <a:off x="3276601" y="187499"/>
            <a:ext cx="6278461" cy="1273409"/>
            <a:chOff x="13004829" y="1407596"/>
            <a:chExt cx="6367635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1878AE7-C42A-E9C5-E515-652111EC314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2DD3604A-C180-E065-0F87-9D5440146F3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0AB91A46-3471-B8B7-A9AF-3D9F8BF58A06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0E9C7-08E5-A7EC-8DF6-DFE33D85BD25}"/>
                </a:ext>
              </a:extLst>
            </p:cNvPr>
            <p:cNvSpPr/>
            <p:nvPr/>
          </p:nvSpPr>
          <p:spPr>
            <a:xfrm>
              <a:off x="13737133" y="1546183"/>
              <a:ext cx="5635331" cy="8871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PROPOSED METHODOLOGY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10255D-83BD-14F7-BBFC-6639F6B2F167}"/>
              </a:ext>
            </a:extLst>
          </p:cNvPr>
          <p:cNvSpPr txBox="1"/>
          <p:nvPr/>
        </p:nvSpPr>
        <p:spPr>
          <a:xfrm>
            <a:off x="647700" y="1279370"/>
            <a:ext cx="1097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b="1" dirty="0">
              <a:latin typeface="Book Antiqua" panose="02040602050305030304" pitchFamily="18" charset="0"/>
            </a:endParaRP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1AE28A92-89FA-028F-F887-DBB7CF3CB428}"/>
              </a:ext>
            </a:extLst>
          </p:cNvPr>
          <p:cNvSpPr/>
          <p:nvPr/>
        </p:nvSpPr>
        <p:spPr>
          <a:xfrm>
            <a:off x="4106641" y="1311945"/>
            <a:ext cx="4039384" cy="433947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Centralized DBMS System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931D7B4-D32A-253F-5ACD-ACEFC8BCF691}"/>
              </a:ext>
            </a:extLst>
          </p:cNvPr>
          <p:cNvSpPr/>
          <p:nvPr/>
        </p:nvSpPr>
        <p:spPr>
          <a:xfrm>
            <a:off x="6019800" y="1745892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6A6DED4-B37E-3BBA-AB19-837911352CF1}"/>
              </a:ext>
            </a:extLst>
          </p:cNvPr>
          <p:cNvSpPr/>
          <p:nvPr/>
        </p:nvSpPr>
        <p:spPr>
          <a:xfrm>
            <a:off x="4106641" y="2133600"/>
            <a:ext cx="4039384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Disaster-Related Data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07F29DD-610B-A11B-5896-A882F7467261}"/>
              </a:ext>
            </a:extLst>
          </p:cNvPr>
          <p:cNvSpPr/>
          <p:nvPr/>
        </p:nvSpPr>
        <p:spPr>
          <a:xfrm>
            <a:off x="6001752" y="2521308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F6F38CA-CC1C-E067-5308-72D532164D4B}"/>
              </a:ext>
            </a:extLst>
          </p:cNvPr>
          <p:cNvSpPr/>
          <p:nvPr/>
        </p:nvSpPr>
        <p:spPr>
          <a:xfrm>
            <a:off x="4106640" y="2921786"/>
            <a:ext cx="4046759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Manage Victims, Resources &amp; Volunteers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D95EE97-3A4F-1FCB-F0E6-9363603D51AF}"/>
              </a:ext>
            </a:extLst>
          </p:cNvPr>
          <p:cNvSpPr/>
          <p:nvPr/>
        </p:nvSpPr>
        <p:spPr>
          <a:xfrm>
            <a:off x="4106641" y="3697202"/>
            <a:ext cx="4046756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Track Relief Centres &amp; Distribution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A920E1E-7C57-C7E7-78D0-58E70113190B}"/>
              </a:ext>
            </a:extLst>
          </p:cNvPr>
          <p:cNvSpPr/>
          <p:nvPr/>
        </p:nvSpPr>
        <p:spPr>
          <a:xfrm>
            <a:off x="5999294" y="3312783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1BFC767-3704-7D91-1374-C3928510875F}"/>
              </a:ext>
            </a:extLst>
          </p:cNvPr>
          <p:cNvSpPr/>
          <p:nvPr/>
        </p:nvSpPr>
        <p:spPr>
          <a:xfrm>
            <a:off x="5981698" y="4100939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5309334-87B1-CB03-89FB-E98D6DAD9979}"/>
              </a:ext>
            </a:extLst>
          </p:cNvPr>
          <p:cNvSpPr/>
          <p:nvPr/>
        </p:nvSpPr>
        <p:spPr>
          <a:xfrm>
            <a:off x="5981696" y="4942496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B1B67A60-663C-F8F8-652C-A609D5B9DF0D}"/>
              </a:ext>
            </a:extLst>
          </p:cNvPr>
          <p:cNvSpPr/>
          <p:nvPr/>
        </p:nvSpPr>
        <p:spPr>
          <a:xfrm>
            <a:off x="4106641" y="5348454"/>
            <a:ext cx="4046758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Improve Allocation &amp; Reduce Wastage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0B9FA92-138E-8508-0B31-A8EFC93FE446}"/>
              </a:ext>
            </a:extLst>
          </p:cNvPr>
          <p:cNvSpPr/>
          <p:nvPr/>
        </p:nvSpPr>
        <p:spPr>
          <a:xfrm>
            <a:off x="5953428" y="5743298"/>
            <a:ext cx="228600" cy="387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ED670B2D-9663-329D-AE7D-548FF731FE49}"/>
              </a:ext>
            </a:extLst>
          </p:cNvPr>
          <p:cNvSpPr/>
          <p:nvPr/>
        </p:nvSpPr>
        <p:spPr>
          <a:xfrm>
            <a:off x="4106640" y="6162497"/>
            <a:ext cx="4046757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Faster &amp; Efficient Relief Operations</a:t>
            </a:r>
            <a:endParaRPr lang="en-IN" dirty="0">
              <a:latin typeface="Maiandra GD" panose="020E0502030308020204" pitchFamily="34" charset="0"/>
            </a:endParaRP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621ED7E5-46D8-FE71-7B9F-8C6069C1BF1D}"/>
              </a:ext>
            </a:extLst>
          </p:cNvPr>
          <p:cNvSpPr/>
          <p:nvPr/>
        </p:nvSpPr>
        <p:spPr>
          <a:xfrm>
            <a:off x="4114015" y="4527274"/>
            <a:ext cx="4032010" cy="387708"/>
          </a:xfrm>
          <a:prstGeom prst="flowChartAlternateProcess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aiandra GD" panose="020E0502030308020204" pitchFamily="34" charset="0"/>
              </a:rPr>
              <a:t>Access &amp; update data quickly</a:t>
            </a:r>
            <a:endParaRPr lang="en-IN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B3E1-6D1A-E8E0-06ED-9B8139CB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9AB91CF3-BF30-B21D-A1F7-723AE32F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68A9E-B526-5205-951D-6BDC5F6F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D31C9E-8235-BDE8-2C0A-B788E4A19299}"/>
              </a:ext>
            </a:extLst>
          </p:cNvPr>
          <p:cNvGrpSpPr/>
          <p:nvPr/>
        </p:nvGrpSpPr>
        <p:grpSpPr>
          <a:xfrm>
            <a:off x="4286621" y="746605"/>
            <a:ext cx="4869669" cy="1332052"/>
            <a:chOff x="13004829" y="1407596"/>
            <a:chExt cx="7252513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8233303-643B-CDD9-8557-3311A038BD0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92CF556-ABA9-2256-F01B-DC598A68EAB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11A046FB-83EA-4718-1E31-72B41B087F6D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5CFAF-4B75-AAB7-7C9D-DE27936BE6A1}"/>
                </a:ext>
              </a:extLst>
            </p:cNvPr>
            <p:cNvSpPr/>
            <p:nvPr/>
          </p:nvSpPr>
          <p:spPr>
            <a:xfrm>
              <a:off x="14622011" y="1582456"/>
              <a:ext cx="5635331" cy="8509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OBJECTIVES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A628EB-8180-17C2-6B36-38E15A775385}"/>
              </a:ext>
            </a:extLst>
          </p:cNvPr>
          <p:cNvSpPr txBox="1"/>
          <p:nvPr/>
        </p:nvSpPr>
        <p:spPr>
          <a:xfrm>
            <a:off x="3733800" y="1837777"/>
            <a:ext cx="5791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centralized disaster database.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victim information efficiently.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resources and their availability.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volunteers and relief centres.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relief resource distribution.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duplication and resource wastage.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coordination and decision-making.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fast and efficient relief management.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55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FECD-C577-4D62-EA66-1931A8A6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84CEA91D-F035-1915-6126-0D35F6EF8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AC4D-2B50-51BC-1F5C-43FE5FF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B25DD-27B5-E798-C21F-CFA880C31FC1}"/>
              </a:ext>
            </a:extLst>
          </p:cNvPr>
          <p:cNvGrpSpPr/>
          <p:nvPr/>
        </p:nvGrpSpPr>
        <p:grpSpPr>
          <a:xfrm>
            <a:off x="3276600" y="787574"/>
            <a:ext cx="6775612" cy="1273409"/>
            <a:chOff x="13004829" y="1407596"/>
            <a:chExt cx="687184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663363-FD84-DCF1-34D8-E4D333FE5C2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A424F85-03F8-50CC-86D8-3D5C6254E78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C30E298-DC0D-7EA6-0308-630DA06D5BB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1BCA19-A329-CFAB-D4BD-3928376459B2}"/>
                </a:ext>
              </a:extLst>
            </p:cNvPr>
            <p:cNvSpPr/>
            <p:nvPr/>
          </p:nvSpPr>
          <p:spPr>
            <a:xfrm>
              <a:off x="14241345" y="1554229"/>
              <a:ext cx="5635331" cy="8867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TECHNOLOGY STACK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93D7CD-60AB-8F4F-3EB9-3F21866FED45}"/>
              </a:ext>
            </a:extLst>
          </p:cNvPr>
          <p:cNvSpPr txBox="1"/>
          <p:nvPr/>
        </p:nvSpPr>
        <p:spPr>
          <a:xfrm>
            <a:off x="3733800" y="1913423"/>
            <a:ext cx="5334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/ Python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Workbench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Type: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Web-based DBMS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54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E137-4505-25F7-88B0-7722B77F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50EFF81E-75DC-596C-6AC4-6760DA8E8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D29DD-7A2C-8928-8333-E3B22C3F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5E3633-269D-9B89-A468-BC4BCDD41A9F}"/>
              </a:ext>
            </a:extLst>
          </p:cNvPr>
          <p:cNvGrpSpPr/>
          <p:nvPr/>
        </p:nvGrpSpPr>
        <p:grpSpPr>
          <a:xfrm>
            <a:off x="3276599" y="455581"/>
            <a:ext cx="6166013" cy="1273409"/>
            <a:chOff x="13004829" y="1407596"/>
            <a:chExt cx="6253590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01A705E-AEAF-C531-2542-0A5050284BB3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36165951-B417-C7F4-D1ED-10899ACE078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54828805-9B3B-4A46-41D3-A3FAF2AD15F8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0F4FE9-E9AC-088C-A2FF-EDFE5B760478}"/>
                </a:ext>
              </a:extLst>
            </p:cNvPr>
            <p:cNvSpPr/>
            <p:nvPr/>
          </p:nvSpPr>
          <p:spPr>
            <a:xfrm>
              <a:off x="13623088" y="1548393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ARCHITECTURE &amp; MODULES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2CBF47-E6E1-7912-7322-B4866D5A73D6}"/>
              </a:ext>
            </a:extLst>
          </p:cNvPr>
          <p:cNvSpPr txBox="1"/>
          <p:nvPr/>
        </p:nvSpPr>
        <p:spPr>
          <a:xfrm>
            <a:off x="1091073" y="1553656"/>
            <a:ext cx="9829800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access to the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system logic and operations.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and manages all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disaster details.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Victim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victim details and needs.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resources and availability.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Relief Centre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relief centres.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volunteer details and assignments.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relief resource distribution.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useful database reports.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35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FE9D-A250-1470-24D7-C685BD4E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6237B6B-8F91-C3CA-7BB6-CC7CEB0E8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63A05-636A-BA3C-0B38-60326ED1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8651A0-2176-5C53-2F47-F5A40AF0E01A}"/>
              </a:ext>
            </a:extLst>
          </p:cNvPr>
          <p:cNvGrpSpPr/>
          <p:nvPr/>
        </p:nvGrpSpPr>
        <p:grpSpPr>
          <a:xfrm>
            <a:off x="3171466" y="633383"/>
            <a:ext cx="6260759" cy="1273409"/>
            <a:chOff x="13004829" y="1407596"/>
            <a:chExt cx="6349681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E07C6F-8B78-54CF-65E3-D238B17B1957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535A6CB-0AA8-DEFE-F72A-3E9360E1EC6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9FD51955-9998-0FB5-3F08-ED687165F8AD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0A2BD9-7C18-0EF6-B130-46E9BCE89516}"/>
                </a:ext>
              </a:extLst>
            </p:cNvPr>
            <p:cNvSpPr/>
            <p:nvPr/>
          </p:nvSpPr>
          <p:spPr>
            <a:xfrm>
              <a:off x="13719179" y="1569950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S</a:t>
              </a:r>
              <a:r>
                <a:rPr lang="en-IN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YSTEM REQUIREMENTS</a:t>
              </a:r>
              <a:endParaRPr lang="en-US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Verdana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D08FCE-1645-116B-E809-4882559B5818}"/>
              </a:ext>
            </a:extLst>
          </p:cNvPr>
          <p:cNvSpPr txBox="1"/>
          <p:nvPr/>
        </p:nvSpPr>
        <p:spPr>
          <a:xfrm>
            <a:off x="1699709" y="1752600"/>
            <a:ext cx="456247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i3 or equivalent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GB or higher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GB free space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monitor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for web-based access 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7FB0C-9814-3B25-7014-C18F872AAC8E}"/>
              </a:ext>
            </a:extLst>
          </p:cNvPr>
          <p:cNvSpPr txBox="1"/>
          <p:nvPr/>
        </p:nvSpPr>
        <p:spPr>
          <a:xfrm>
            <a:off x="6471809" y="1752600"/>
            <a:ext cx="48994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/ Linux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/ Python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Workbench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2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4CC5-75A6-D971-0C36-4474070E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85AA026-F0C7-55AD-5B01-E481D2FE4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68C9-305D-43FF-63AC-AC4986A3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6477CC-931E-BD5D-5D2F-A9045AAF7BB4}"/>
              </a:ext>
            </a:extLst>
          </p:cNvPr>
          <p:cNvGrpSpPr/>
          <p:nvPr/>
        </p:nvGrpSpPr>
        <p:grpSpPr>
          <a:xfrm>
            <a:off x="3200400" y="584890"/>
            <a:ext cx="7385212" cy="1273409"/>
            <a:chOff x="13004829" y="1407596"/>
            <a:chExt cx="7490105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1C33EA-3214-25AD-2675-E6256E53F29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494E1E9-B986-1B94-3389-52F19DD468A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4F6CCEC0-C868-B282-A68A-CA4325369E91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C1DE39-21E5-6C88-6E1F-9DF737974673}"/>
                </a:ext>
              </a:extLst>
            </p:cNvPr>
            <p:cNvSpPr/>
            <p:nvPr/>
          </p:nvSpPr>
          <p:spPr>
            <a:xfrm>
              <a:off x="14859603" y="1546183"/>
              <a:ext cx="5635331" cy="8871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CONCLUSION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43BBA0A-23E6-5BD3-622A-5BB20B6111F2}"/>
              </a:ext>
            </a:extLst>
          </p:cNvPr>
          <p:cNvSpPr txBox="1"/>
          <p:nvPr/>
        </p:nvSpPr>
        <p:spPr>
          <a:xfrm>
            <a:off x="1076325" y="1655615"/>
            <a:ext cx="10591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develop a DBMS-based disaster relief management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management of disaster-related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victims, resources, volunteers, and relief centres.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resource tracking and distribution.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duplication and resource wastage.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more organized and efficient relief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Review: Focus on system designing and implementation.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database, modules, interfaces, and system functionality</a:t>
            </a:r>
            <a:r>
              <a:rPr lang="en-IN" sz="2000" dirty="0"/>
              <a:t>.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73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453A-D6D2-7291-7C3C-4A622C5E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842E46B4-B9A7-2B8F-47A8-6561CE173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93D2-2DB0-8CBC-E1B1-84CF8273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64C71C-E6FC-A641-0C5B-AF269AAC4E5B}"/>
              </a:ext>
            </a:extLst>
          </p:cNvPr>
          <p:cNvGrpSpPr/>
          <p:nvPr/>
        </p:nvGrpSpPr>
        <p:grpSpPr>
          <a:xfrm>
            <a:off x="3276600" y="914400"/>
            <a:ext cx="6699413" cy="1273409"/>
            <a:chOff x="13004829" y="1407596"/>
            <a:chExt cx="679456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244041-98F4-78AC-C884-F17F576D56F2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C7776A0C-ED99-7781-5B38-C91DFA654D8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34295BBA-5663-584F-449B-5613EEF5EB69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527CB9-B5A3-D51E-E848-DB08DF67081F}"/>
                </a:ext>
              </a:extLst>
            </p:cNvPr>
            <p:cNvSpPr/>
            <p:nvPr/>
          </p:nvSpPr>
          <p:spPr>
            <a:xfrm>
              <a:off x="14164064" y="1547685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ENTITIES IDENTIFIED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C059ED-CE73-2D64-3F5D-ACBC34A16B45}"/>
              </a:ext>
            </a:extLst>
          </p:cNvPr>
          <p:cNvSpPr txBox="1"/>
          <p:nvPr/>
        </p:nvSpPr>
        <p:spPr>
          <a:xfrm>
            <a:off x="2667000" y="2133600"/>
            <a:ext cx="982980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/>
              <a:t>Disaster</a:t>
            </a:r>
            <a:r>
              <a:rPr lang="en-IN" sz="2000" dirty="0"/>
              <a:t> – Stores details of disaster events (type, location, severity)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Victim</a:t>
            </a:r>
            <a:r>
              <a:rPr lang="en-IN" sz="2000" dirty="0"/>
              <a:t> – Contains information about affected people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Resource</a:t>
            </a:r>
            <a:r>
              <a:rPr lang="en-IN" sz="2000" dirty="0"/>
              <a:t> – Represents relief materials (food, medicine, clothes)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Relief Centre</a:t>
            </a:r>
            <a:r>
              <a:rPr lang="en-IN" sz="2000" dirty="0"/>
              <a:t> – Locations where resources are stored and distributed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Volunteer</a:t>
            </a:r>
            <a:r>
              <a:rPr lang="en-IN" sz="2000" dirty="0"/>
              <a:t> – Individuals helping in relief operations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Distribution</a:t>
            </a:r>
            <a:r>
              <a:rPr lang="en-IN" sz="2000" dirty="0"/>
              <a:t> – Records how resources are allocated to victims</a:t>
            </a:r>
          </a:p>
        </p:txBody>
      </p:sp>
    </p:spTree>
    <p:extLst>
      <p:ext uri="{BB962C8B-B14F-4D97-AF65-F5344CB8AC3E}">
        <p14:creationId xmlns:p14="http://schemas.microsoft.com/office/powerpoint/2010/main" val="244037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766F-8E75-6B18-047D-616FF123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22D568C-9F5B-BCF7-E209-99B3EB4D0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C634-B7B0-C242-3C8A-8C0D5545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93CF6D-259C-F33C-D7CE-737A7F53C008}"/>
              </a:ext>
            </a:extLst>
          </p:cNvPr>
          <p:cNvGrpSpPr/>
          <p:nvPr/>
        </p:nvGrpSpPr>
        <p:grpSpPr>
          <a:xfrm>
            <a:off x="3276599" y="455581"/>
            <a:ext cx="7080414" cy="1273409"/>
            <a:chOff x="13004829" y="1407596"/>
            <a:chExt cx="7180978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617B62F-4F6D-7210-1E2F-1E6C4E67A8B0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D3CAE8B-6378-2BB7-AFED-F7BA69DB0EB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873CDE4-4523-397C-0FB0-145224ADAF4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6A1FEA-F969-10BC-7F0B-9CCCB44C86A4}"/>
                </a:ext>
              </a:extLst>
            </p:cNvPr>
            <p:cNvSpPr/>
            <p:nvPr/>
          </p:nvSpPr>
          <p:spPr>
            <a:xfrm>
              <a:off x="14550476" y="1741158"/>
              <a:ext cx="5635331" cy="6922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ENTITY DETAILS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2BCC62D-9B0B-D223-FD3A-3425C0BEEB72}"/>
              </a:ext>
            </a:extLst>
          </p:cNvPr>
          <p:cNvSpPr txBox="1"/>
          <p:nvPr/>
        </p:nvSpPr>
        <p:spPr>
          <a:xfrm>
            <a:off x="3499578" y="1498731"/>
            <a:ext cx="8440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Disaster Entity</a:t>
            </a:r>
          </a:p>
          <a:p>
            <a:pPr lvl="0"/>
            <a:r>
              <a:rPr lang="en-IN" sz="2000" b="1" dirty="0" err="1"/>
              <a:t>Disaster_ID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disaster </a:t>
            </a:r>
          </a:p>
          <a:p>
            <a:pPr lvl="0"/>
            <a:r>
              <a:rPr lang="en-IN" sz="2000" b="1" dirty="0"/>
              <a:t>Type</a:t>
            </a:r>
            <a:r>
              <a:rPr lang="en-IN" sz="2000" dirty="0"/>
              <a:t> – Type of disaster (Flood, Earthquake, Cyclone) </a:t>
            </a:r>
          </a:p>
          <a:p>
            <a:pPr lvl="0"/>
            <a:r>
              <a:rPr lang="en-IN" sz="2000" b="1" dirty="0"/>
              <a:t>Location</a:t>
            </a:r>
            <a:r>
              <a:rPr lang="en-IN" sz="2000" dirty="0"/>
              <a:t> – Area where disaster occurred </a:t>
            </a:r>
          </a:p>
          <a:p>
            <a:pPr lvl="0"/>
            <a:r>
              <a:rPr lang="en-IN" sz="2000" b="1" dirty="0"/>
              <a:t>Date</a:t>
            </a:r>
            <a:r>
              <a:rPr lang="en-IN" sz="2000" dirty="0"/>
              <a:t> – Date of occurrence </a:t>
            </a:r>
          </a:p>
          <a:p>
            <a:pPr lvl="0"/>
            <a:r>
              <a:rPr lang="en-IN" sz="2000" b="1" dirty="0" err="1"/>
              <a:t>Severity_Level</a:t>
            </a:r>
            <a:r>
              <a:rPr lang="en-IN" sz="2000" dirty="0"/>
              <a:t> – Intensity of the disaster 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Victim Entity</a:t>
            </a:r>
          </a:p>
          <a:p>
            <a:pPr lvl="0"/>
            <a:r>
              <a:rPr lang="en-IN" sz="2000" b="1" dirty="0" err="1"/>
              <a:t>Victim_ID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victim </a:t>
            </a:r>
          </a:p>
          <a:p>
            <a:pPr lvl="0"/>
            <a:r>
              <a:rPr lang="en-IN" sz="2000" b="1" dirty="0"/>
              <a:t>Name</a:t>
            </a:r>
            <a:r>
              <a:rPr lang="en-IN" sz="2000" dirty="0"/>
              <a:t> – Name of the affected person </a:t>
            </a:r>
          </a:p>
          <a:p>
            <a:pPr lvl="0"/>
            <a:r>
              <a:rPr lang="en-IN" sz="2000" b="1" dirty="0"/>
              <a:t>Age</a:t>
            </a:r>
            <a:r>
              <a:rPr lang="en-IN" sz="2000" dirty="0"/>
              <a:t> – Age of the victim </a:t>
            </a:r>
          </a:p>
          <a:p>
            <a:pPr lvl="0"/>
            <a:r>
              <a:rPr lang="en-IN" sz="2000" b="1" dirty="0"/>
              <a:t>Contact</a:t>
            </a:r>
            <a:r>
              <a:rPr lang="en-IN" sz="2000" dirty="0"/>
              <a:t> – Phone or contact details </a:t>
            </a:r>
          </a:p>
          <a:p>
            <a:pPr lvl="0"/>
            <a:r>
              <a:rPr lang="en-IN" sz="2000" b="1" dirty="0"/>
              <a:t>Address</a:t>
            </a:r>
            <a:r>
              <a:rPr lang="en-IN" sz="2000" dirty="0"/>
              <a:t> – Location of the victim </a:t>
            </a:r>
          </a:p>
          <a:p>
            <a:pPr lvl="0"/>
            <a:r>
              <a:rPr lang="en-IN" sz="2000" b="1" dirty="0" err="1"/>
              <a:t>Disaster_ID</a:t>
            </a:r>
            <a:r>
              <a:rPr lang="en-IN" sz="2000" b="1" dirty="0"/>
              <a:t> (FK)</a:t>
            </a:r>
            <a:r>
              <a:rPr lang="en-IN" sz="2000" dirty="0"/>
              <a:t> – Links victim to a specific disaster </a:t>
            </a:r>
          </a:p>
          <a:p>
            <a:pPr algn="just"/>
            <a:endParaRPr lang="en-IN" sz="20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672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1B7D-961C-787C-91A6-175F88AF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6047887-ADAF-769F-D594-C62178777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8ED83-F6D1-85B9-46B7-46081FD2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543D49-1D3C-A620-773F-60948F5D50D0}"/>
              </a:ext>
            </a:extLst>
          </p:cNvPr>
          <p:cNvGrpSpPr/>
          <p:nvPr/>
        </p:nvGrpSpPr>
        <p:grpSpPr>
          <a:xfrm>
            <a:off x="3180032" y="525636"/>
            <a:ext cx="7004213" cy="1273409"/>
            <a:chOff x="13004829" y="1407596"/>
            <a:chExt cx="7103695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A001CC-4773-BEA8-6AFC-1F35224B8645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B348607-D18B-8523-DAFB-B80897B0C2F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3E4BC639-9929-14EB-5C11-2AF13496AB3E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3CDAE-CBDC-F7D3-A454-D2B1833C0BB7}"/>
                </a:ext>
              </a:extLst>
            </p:cNvPr>
            <p:cNvSpPr/>
            <p:nvPr/>
          </p:nvSpPr>
          <p:spPr>
            <a:xfrm>
              <a:off x="14473193" y="1506846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ENTITY DETAILS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42312C-5BCA-0B4A-028C-BAC51832260A}"/>
              </a:ext>
            </a:extLst>
          </p:cNvPr>
          <p:cNvSpPr txBox="1"/>
          <p:nvPr/>
        </p:nvSpPr>
        <p:spPr>
          <a:xfrm>
            <a:off x="3048000" y="1648761"/>
            <a:ext cx="98298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Resource Entity</a:t>
            </a:r>
          </a:p>
          <a:p>
            <a:pPr lvl="0"/>
            <a:r>
              <a:rPr lang="en-IN" sz="2000" b="1" dirty="0" err="1"/>
              <a:t>Resource_ID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resource </a:t>
            </a:r>
          </a:p>
          <a:p>
            <a:pPr lvl="0"/>
            <a:r>
              <a:rPr lang="en-IN" sz="2000" b="1" dirty="0" err="1"/>
              <a:t>Resource_Name</a:t>
            </a:r>
            <a:r>
              <a:rPr lang="en-IN" sz="2000" dirty="0"/>
              <a:t> – Name of the resource (Food, Medicine, Clothes) </a:t>
            </a:r>
          </a:p>
          <a:p>
            <a:pPr lvl="0"/>
            <a:r>
              <a:rPr lang="en-IN" sz="2000" b="1" dirty="0"/>
              <a:t>Quantity</a:t>
            </a:r>
            <a:r>
              <a:rPr lang="en-IN" sz="2000" dirty="0"/>
              <a:t> – Available amount of resource </a:t>
            </a:r>
          </a:p>
          <a:p>
            <a:pPr lvl="0"/>
            <a:r>
              <a:rPr lang="en-IN" sz="2000" b="1" dirty="0"/>
              <a:t>Type</a:t>
            </a:r>
            <a:r>
              <a:rPr lang="en-IN" sz="2000" dirty="0"/>
              <a:t> – Category of resource </a:t>
            </a:r>
          </a:p>
          <a:p>
            <a:pPr lvl="0"/>
            <a:r>
              <a:rPr lang="en-IN" sz="2000" b="1" dirty="0" err="1"/>
              <a:t>Center_ID</a:t>
            </a:r>
            <a:r>
              <a:rPr lang="en-IN" sz="2000" b="1" dirty="0"/>
              <a:t> (FK)</a:t>
            </a:r>
            <a:r>
              <a:rPr lang="en-IN" sz="2000" dirty="0"/>
              <a:t> – Links resource to a relief centre </a:t>
            </a:r>
          </a:p>
          <a:p>
            <a:endParaRPr lang="en-IN" sz="2000" dirty="0"/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Relief </a:t>
            </a:r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Center</a:t>
            </a: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 Entity</a:t>
            </a:r>
          </a:p>
          <a:p>
            <a:pPr lvl="0"/>
            <a:r>
              <a:rPr lang="en-IN" sz="2000" b="1" dirty="0" err="1"/>
              <a:t>Center_ID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centre </a:t>
            </a:r>
          </a:p>
          <a:p>
            <a:pPr lvl="0"/>
            <a:r>
              <a:rPr lang="en-IN" sz="2000" b="1" dirty="0"/>
              <a:t>Name</a:t>
            </a:r>
            <a:r>
              <a:rPr lang="en-IN" sz="2000" dirty="0"/>
              <a:t> – Name of the relief centre </a:t>
            </a:r>
          </a:p>
          <a:p>
            <a:pPr lvl="0"/>
            <a:r>
              <a:rPr lang="en-IN" sz="2000" b="1" dirty="0"/>
              <a:t>Location</a:t>
            </a:r>
            <a:r>
              <a:rPr lang="en-IN" sz="2000" dirty="0"/>
              <a:t> – Address of the centre </a:t>
            </a:r>
          </a:p>
          <a:p>
            <a:pPr lvl="0"/>
            <a:r>
              <a:rPr lang="en-IN" sz="2000" b="1" dirty="0"/>
              <a:t>Capacity</a:t>
            </a:r>
            <a:r>
              <a:rPr lang="en-IN" sz="2000" dirty="0"/>
              <a:t> – Maximum number of people it can support </a:t>
            </a:r>
          </a:p>
          <a:p>
            <a:pPr lvl="0"/>
            <a:r>
              <a:rPr lang="en-IN" sz="2000" b="1" dirty="0"/>
              <a:t>Contact</a:t>
            </a:r>
            <a:r>
              <a:rPr lang="en-IN" sz="2000" dirty="0"/>
              <a:t> – Contact details of the centre</a:t>
            </a:r>
          </a:p>
        </p:txBody>
      </p:sp>
    </p:spTree>
    <p:extLst>
      <p:ext uri="{BB962C8B-B14F-4D97-AF65-F5344CB8AC3E}">
        <p14:creationId xmlns:p14="http://schemas.microsoft.com/office/powerpoint/2010/main" val="82041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51BF-6D00-C16E-C982-620D5EF5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26C5B168-8098-B663-75E8-66F8D3E3B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06505-E05A-B981-FD6E-CF7E9850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BC020C-C7A8-6D10-CFC2-7FD2DAC4D5B1}"/>
              </a:ext>
            </a:extLst>
          </p:cNvPr>
          <p:cNvGrpSpPr/>
          <p:nvPr/>
        </p:nvGrpSpPr>
        <p:grpSpPr>
          <a:xfrm>
            <a:off x="3276600" y="455581"/>
            <a:ext cx="7080414" cy="1273409"/>
            <a:chOff x="13004829" y="1407596"/>
            <a:chExt cx="7180978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6D63983-C736-8BDD-62D6-1FC0F31AA7C9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7FDFE625-FD66-51FF-863D-857B12585EB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C67F4F10-56AB-1C1E-493D-6FCF7C8CDE68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44D9C9-ED86-1DBF-302C-BACE2CAA4A7A}"/>
                </a:ext>
              </a:extLst>
            </p:cNvPr>
            <p:cNvSpPr/>
            <p:nvPr/>
          </p:nvSpPr>
          <p:spPr>
            <a:xfrm>
              <a:off x="14550476" y="1537513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ENTITY DETAILS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3337F4-721F-49FA-91BD-532780127171}"/>
              </a:ext>
            </a:extLst>
          </p:cNvPr>
          <p:cNvSpPr txBox="1"/>
          <p:nvPr/>
        </p:nvSpPr>
        <p:spPr>
          <a:xfrm>
            <a:off x="3259282" y="1612282"/>
            <a:ext cx="98298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Volunteer Entity</a:t>
            </a:r>
          </a:p>
          <a:p>
            <a:pPr lvl="0"/>
            <a:r>
              <a:rPr lang="en-IN" sz="2000" b="1" dirty="0" err="1"/>
              <a:t>Volunteer_ID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volunteer </a:t>
            </a:r>
          </a:p>
          <a:p>
            <a:pPr lvl="0"/>
            <a:r>
              <a:rPr lang="en-IN" sz="2000" b="1" dirty="0"/>
              <a:t>Name</a:t>
            </a:r>
            <a:r>
              <a:rPr lang="en-IN" sz="2000" dirty="0"/>
              <a:t> – Name of the volunteer </a:t>
            </a:r>
          </a:p>
          <a:p>
            <a:pPr lvl="0"/>
            <a:r>
              <a:rPr lang="en-IN" sz="2000" b="1" dirty="0"/>
              <a:t>Phone</a:t>
            </a:r>
            <a:r>
              <a:rPr lang="en-IN" sz="2000" dirty="0"/>
              <a:t> – Contact number </a:t>
            </a:r>
          </a:p>
          <a:p>
            <a:pPr lvl="0"/>
            <a:r>
              <a:rPr lang="en-IN" sz="2000" b="1" dirty="0"/>
              <a:t>Skill</a:t>
            </a:r>
            <a:r>
              <a:rPr lang="en-IN" sz="2000" dirty="0"/>
              <a:t> – Skills (medical, rescue, logistics) </a:t>
            </a:r>
          </a:p>
          <a:p>
            <a:pPr lvl="0"/>
            <a:r>
              <a:rPr lang="en-IN" sz="2000" b="1" dirty="0" err="1"/>
              <a:t>Center_ID</a:t>
            </a:r>
            <a:r>
              <a:rPr lang="en-IN" sz="2000" b="1" dirty="0"/>
              <a:t> (FK)</a:t>
            </a:r>
            <a:r>
              <a:rPr lang="en-IN" sz="2000" dirty="0"/>
              <a:t> – Assigned relief centre </a:t>
            </a:r>
          </a:p>
          <a:p>
            <a:pPr lvl="0"/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Distribution Entity</a:t>
            </a:r>
          </a:p>
          <a:p>
            <a:pPr lvl="0"/>
            <a:r>
              <a:rPr lang="en-IN" sz="2000" b="1" dirty="0" err="1"/>
              <a:t>Distribution_ID</a:t>
            </a:r>
            <a:r>
              <a:rPr lang="en-IN" sz="2000" b="1" dirty="0"/>
              <a:t> (PK)</a:t>
            </a:r>
            <a:r>
              <a:rPr lang="en-IN" sz="2000" dirty="0"/>
              <a:t> – Unique identifier for each distribution record </a:t>
            </a:r>
          </a:p>
          <a:p>
            <a:pPr lvl="0"/>
            <a:r>
              <a:rPr lang="en-IN" sz="2000" b="1" dirty="0" err="1"/>
              <a:t>Victim_ID</a:t>
            </a:r>
            <a:r>
              <a:rPr lang="en-IN" sz="2000" b="1" dirty="0"/>
              <a:t> (FK)</a:t>
            </a:r>
            <a:r>
              <a:rPr lang="en-IN" sz="2000" dirty="0"/>
              <a:t> – Links to victim receiving resources </a:t>
            </a:r>
          </a:p>
          <a:p>
            <a:pPr lvl="0"/>
            <a:r>
              <a:rPr lang="en-IN" sz="2000" b="1" dirty="0" err="1"/>
              <a:t>Resource_ID</a:t>
            </a:r>
            <a:r>
              <a:rPr lang="en-IN" sz="2000" b="1" dirty="0"/>
              <a:t> (FK)</a:t>
            </a:r>
            <a:r>
              <a:rPr lang="en-IN" sz="2000" dirty="0"/>
              <a:t> – Resource being distributed </a:t>
            </a:r>
          </a:p>
          <a:p>
            <a:pPr lvl="0"/>
            <a:r>
              <a:rPr lang="en-IN" sz="2000" b="1" dirty="0" err="1"/>
              <a:t>Quantity_Distributed</a:t>
            </a:r>
            <a:r>
              <a:rPr lang="en-IN" sz="2000" dirty="0"/>
              <a:t> – Amount given </a:t>
            </a:r>
          </a:p>
          <a:p>
            <a:pPr lvl="0"/>
            <a:r>
              <a:rPr lang="en-IN" sz="2000" b="1" dirty="0"/>
              <a:t>Date</a:t>
            </a:r>
            <a:r>
              <a:rPr lang="en-IN" sz="2000" dirty="0"/>
              <a:t> – Date of distribution </a:t>
            </a:r>
          </a:p>
        </p:txBody>
      </p:sp>
    </p:spTree>
    <p:extLst>
      <p:ext uri="{BB962C8B-B14F-4D97-AF65-F5344CB8AC3E}">
        <p14:creationId xmlns:p14="http://schemas.microsoft.com/office/powerpoint/2010/main" val="179654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DBFA-AA05-3307-05E7-FB6493EE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DE19B1B-1D2A-8FF4-F6F2-85793B955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E6B18-9E3D-3200-257E-F2DE72E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F664D2-9184-BEA4-9479-AB0ED91BE283}"/>
              </a:ext>
            </a:extLst>
          </p:cNvPr>
          <p:cNvGrpSpPr/>
          <p:nvPr/>
        </p:nvGrpSpPr>
        <p:grpSpPr>
          <a:xfrm>
            <a:off x="3208746" y="1066800"/>
            <a:ext cx="6589882" cy="1273409"/>
            <a:chOff x="13004829" y="1407596"/>
            <a:chExt cx="6683480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9FBF17-36A9-8083-3ACA-2D112CF20AEB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D218A66-78E6-C840-64FD-46C23444878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4EEBB22-3B5D-E1F0-2100-8F3DE31E2512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D849F6-B44A-2D69-73DE-ED87BE0FA31F}"/>
                </a:ext>
              </a:extLst>
            </p:cNvPr>
            <p:cNvSpPr/>
            <p:nvPr/>
          </p:nvSpPr>
          <p:spPr>
            <a:xfrm>
              <a:off x="13700371" y="1625785"/>
              <a:ext cx="5987938" cy="760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RELATIONAL DATABASE SCHEMA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C8FD8D-DC4C-B64D-D4B1-EF67C8D4482A}"/>
              </a:ext>
            </a:extLst>
          </p:cNvPr>
          <p:cNvSpPr txBox="1"/>
          <p:nvPr/>
        </p:nvSpPr>
        <p:spPr>
          <a:xfrm>
            <a:off x="2386445" y="2209800"/>
            <a:ext cx="982980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Disaster</a:t>
            </a:r>
            <a:r>
              <a:rPr lang="en-IN" sz="2000" dirty="0"/>
              <a:t>(</a:t>
            </a:r>
            <a:r>
              <a:rPr lang="en-IN" sz="2000" dirty="0" err="1"/>
              <a:t>Disaster_ID</a:t>
            </a:r>
            <a:r>
              <a:rPr lang="en-IN" sz="2000" dirty="0"/>
              <a:t>, Type, Location, Date, </a:t>
            </a:r>
            <a:r>
              <a:rPr lang="en-IN" sz="2000" dirty="0" err="1"/>
              <a:t>Severity_Level</a:t>
            </a:r>
            <a:r>
              <a:rPr lang="en-IN" sz="2000" dirty="0"/>
              <a:t>)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Victim</a:t>
            </a:r>
            <a:r>
              <a:rPr lang="en-IN" sz="2000" dirty="0"/>
              <a:t>(</a:t>
            </a:r>
            <a:r>
              <a:rPr lang="en-IN" sz="2000" dirty="0" err="1"/>
              <a:t>Victim_ID</a:t>
            </a:r>
            <a:r>
              <a:rPr lang="en-IN" sz="2000" dirty="0"/>
              <a:t>, Name, Age, Contact, Address, </a:t>
            </a:r>
            <a:r>
              <a:rPr lang="en-IN" sz="2000" dirty="0" err="1"/>
              <a:t>Disaster_ID</a:t>
            </a:r>
            <a:r>
              <a:rPr lang="en-IN" sz="2000" dirty="0"/>
              <a:t>) </a:t>
            </a:r>
          </a:p>
          <a:p>
            <a:pPr lvl="0">
              <a:lnSpc>
                <a:spcPct val="150000"/>
              </a:lnSpc>
            </a:pPr>
            <a:r>
              <a:rPr lang="en-IN" sz="2000" dirty="0" err="1">
                <a:solidFill>
                  <a:schemeClr val="accent5">
                    <a:lumMod val="75000"/>
                  </a:schemeClr>
                </a:solidFill>
              </a:rPr>
              <a:t>ReliefCenter</a:t>
            </a:r>
            <a:r>
              <a:rPr lang="en-IN" sz="2000" dirty="0"/>
              <a:t>(</a:t>
            </a:r>
            <a:r>
              <a:rPr lang="en-IN" sz="2000" dirty="0" err="1"/>
              <a:t>Center_ID</a:t>
            </a:r>
            <a:r>
              <a:rPr lang="en-IN" sz="2000" dirty="0"/>
              <a:t>, Name, Location, Capacity, Contact)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Resource</a:t>
            </a:r>
            <a:r>
              <a:rPr lang="en-IN" sz="2000" dirty="0"/>
              <a:t>(</a:t>
            </a:r>
            <a:r>
              <a:rPr lang="en-IN" sz="2000" dirty="0" err="1"/>
              <a:t>Resource_ID</a:t>
            </a:r>
            <a:r>
              <a:rPr lang="en-IN" sz="2000" dirty="0"/>
              <a:t>, </a:t>
            </a:r>
            <a:r>
              <a:rPr lang="en-IN" sz="2000" dirty="0" err="1"/>
              <a:t>Resource_Name</a:t>
            </a:r>
            <a:r>
              <a:rPr lang="en-IN" sz="2000" dirty="0"/>
              <a:t>, Type, Quantity, </a:t>
            </a:r>
            <a:r>
              <a:rPr lang="en-IN" sz="2000" dirty="0" err="1"/>
              <a:t>Center_ID</a:t>
            </a:r>
            <a:r>
              <a:rPr lang="en-IN" sz="2000" dirty="0"/>
              <a:t>)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Volunteer</a:t>
            </a:r>
            <a:r>
              <a:rPr lang="en-IN" sz="2000" dirty="0"/>
              <a:t>(</a:t>
            </a:r>
            <a:r>
              <a:rPr lang="en-IN" sz="2000" dirty="0" err="1"/>
              <a:t>Volunteer_ID</a:t>
            </a:r>
            <a:r>
              <a:rPr lang="en-IN" sz="2000" dirty="0"/>
              <a:t>, Name, Phone, Skill, </a:t>
            </a:r>
            <a:r>
              <a:rPr lang="en-IN" sz="2000" dirty="0" err="1"/>
              <a:t>Center_ID</a:t>
            </a:r>
            <a:r>
              <a:rPr lang="en-IN" sz="2000" dirty="0"/>
              <a:t>)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Distribution</a:t>
            </a:r>
            <a:r>
              <a:rPr lang="en-IN" sz="2000" dirty="0"/>
              <a:t>(</a:t>
            </a:r>
            <a:r>
              <a:rPr lang="en-IN" sz="2000" dirty="0" err="1"/>
              <a:t>Distribution_ID</a:t>
            </a:r>
            <a:r>
              <a:rPr lang="en-IN" sz="2000" dirty="0"/>
              <a:t>, </a:t>
            </a:r>
            <a:r>
              <a:rPr lang="en-IN" sz="2000" dirty="0" err="1"/>
              <a:t>Victim_ID</a:t>
            </a:r>
            <a:r>
              <a:rPr lang="en-IN" sz="2000" dirty="0"/>
              <a:t>, </a:t>
            </a:r>
            <a:r>
              <a:rPr lang="en-IN" sz="2000" dirty="0" err="1"/>
              <a:t>Resource_ID</a:t>
            </a:r>
            <a:r>
              <a:rPr lang="en-IN" sz="2000" dirty="0"/>
              <a:t>, </a:t>
            </a:r>
            <a:r>
              <a:rPr lang="en-IN" sz="2000" dirty="0" err="1"/>
              <a:t>Quantity_Distributed</a:t>
            </a:r>
            <a:r>
              <a:rPr lang="en-IN" sz="2000" dirty="0"/>
              <a:t>, Date) </a:t>
            </a:r>
          </a:p>
        </p:txBody>
      </p:sp>
    </p:spTree>
    <p:extLst>
      <p:ext uri="{BB962C8B-B14F-4D97-AF65-F5344CB8AC3E}">
        <p14:creationId xmlns:p14="http://schemas.microsoft.com/office/powerpoint/2010/main" val="791833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785B2-DE9C-805A-3EAE-A8210465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1434337-9BC1-1DFF-184B-A7E59CDF8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2C553-6337-E14B-0A26-02275B9D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CCB796-F125-5752-A5FA-E91908C330E5}"/>
              </a:ext>
            </a:extLst>
          </p:cNvPr>
          <p:cNvGrpSpPr/>
          <p:nvPr/>
        </p:nvGrpSpPr>
        <p:grpSpPr>
          <a:xfrm>
            <a:off x="3124199" y="659858"/>
            <a:ext cx="7842414" cy="1273409"/>
            <a:chOff x="13004828" y="1407596"/>
            <a:chExt cx="7953801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D78CBB-44EB-CCED-8E07-827FAA09A2FC}"/>
                </a:ext>
              </a:extLst>
            </p:cNvPr>
            <p:cNvGrpSpPr/>
            <p:nvPr/>
          </p:nvGrpSpPr>
          <p:grpSpPr>
            <a:xfrm>
              <a:off x="13004828" y="1407596"/>
              <a:ext cx="6141489" cy="1909355"/>
              <a:chOff x="4704977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369799FC-4312-04BB-4B8B-E22057117A9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7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D1A49DA-09E0-3607-96F0-0DFBDCA2640A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BCCC35-AF22-F1F9-372E-4593375C0603}"/>
                </a:ext>
              </a:extLst>
            </p:cNvPr>
            <p:cNvSpPr/>
            <p:nvPr/>
          </p:nvSpPr>
          <p:spPr>
            <a:xfrm>
              <a:off x="15323298" y="1548393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KEYS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93608C-F7CD-081F-AD68-B353C02401E5}"/>
              </a:ext>
            </a:extLst>
          </p:cNvPr>
          <p:cNvSpPr txBox="1"/>
          <p:nvPr/>
        </p:nvSpPr>
        <p:spPr>
          <a:xfrm>
            <a:off x="2514600" y="1828110"/>
            <a:ext cx="9829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Primary Key (PK):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Primary Key is an attribute that uniquely identifies each record in a table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cannot have duplicate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cannot be NULL</a:t>
            </a:r>
            <a:endParaRPr lang="en-IN" sz="1600" dirty="0"/>
          </a:p>
          <a:p>
            <a:pPr lvl="0"/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Syntax</a:t>
            </a:r>
            <a:r>
              <a:rPr lang="en-IN" sz="2000" dirty="0"/>
              <a:t> - </a:t>
            </a:r>
            <a:r>
              <a:rPr lang="en-IN" sz="2000" dirty="0" err="1"/>
              <a:t>ColumnName</a:t>
            </a:r>
            <a:r>
              <a:rPr lang="en-IN" sz="2000" dirty="0"/>
              <a:t> </a:t>
            </a:r>
            <a:r>
              <a:rPr lang="en-IN" sz="2000" dirty="0" err="1"/>
              <a:t>DataType</a:t>
            </a:r>
            <a:r>
              <a:rPr lang="en-IN" sz="2000" dirty="0"/>
              <a:t> PRIMARY KEY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Primary Keys identified from the entities:</a:t>
            </a:r>
          </a:p>
          <a:p>
            <a:pPr lvl="0"/>
            <a:r>
              <a:rPr lang="en-IN" sz="2000" dirty="0" err="1"/>
              <a:t>Disaster_ID</a:t>
            </a:r>
            <a:r>
              <a:rPr lang="en-IN" sz="2000" dirty="0"/>
              <a:t> from 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</a:rPr>
              <a:t>Disaster</a:t>
            </a:r>
            <a:r>
              <a:rPr lang="en-IN" sz="2000" dirty="0"/>
              <a:t> Entity</a:t>
            </a:r>
          </a:p>
          <a:p>
            <a:pPr lvl="0"/>
            <a:r>
              <a:rPr lang="en-IN" sz="2000" dirty="0" err="1"/>
              <a:t>Victim_ID</a:t>
            </a:r>
            <a:r>
              <a:rPr lang="en-IN" sz="2000" dirty="0"/>
              <a:t> from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</a:rPr>
              <a:t> Victim </a:t>
            </a:r>
            <a:r>
              <a:rPr lang="en-IN" sz="2000" dirty="0"/>
              <a:t>Entity</a:t>
            </a:r>
          </a:p>
          <a:p>
            <a:pPr lvl="0"/>
            <a:r>
              <a:rPr lang="en-IN" sz="2000" dirty="0" err="1"/>
              <a:t>Center_ID</a:t>
            </a:r>
            <a:r>
              <a:rPr lang="en-IN" sz="2000" dirty="0"/>
              <a:t> from </a:t>
            </a:r>
            <a:r>
              <a:rPr lang="en-IN" sz="2000" dirty="0" err="1">
                <a:solidFill>
                  <a:schemeClr val="accent6">
                    <a:lumMod val="75000"/>
                  </a:schemeClr>
                </a:solidFill>
              </a:rPr>
              <a:t>ReliefCenter</a:t>
            </a:r>
            <a:r>
              <a:rPr lang="en-IN" sz="2000" dirty="0"/>
              <a:t> Entity</a:t>
            </a:r>
          </a:p>
          <a:p>
            <a:pPr lvl="0"/>
            <a:r>
              <a:rPr lang="en-IN" sz="2000" dirty="0" err="1"/>
              <a:t>Resource_ID</a:t>
            </a:r>
            <a:r>
              <a:rPr lang="en-IN" sz="2000" dirty="0"/>
              <a:t> from 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</a:rPr>
              <a:t>Resource</a:t>
            </a:r>
            <a:r>
              <a:rPr lang="en-IN" sz="2000" dirty="0"/>
              <a:t> Entity</a:t>
            </a:r>
          </a:p>
          <a:p>
            <a:pPr lvl="0"/>
            <a:r>
              <a:rPr lang="en-IN" sz="2000" dirty="0" err="1"/>
              <a:t>Volunteer_ID</a:t>
            </a:r>
            <a:r>
              <a:rPr lang="en-IN" sz="2000" dirty="0"/>
              <a:t> from 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</a:rPr>
              <a:t>Volunteer</a:t>
            </a:r>
            <a:r>
              <a:rPr lang="en-IN" sz="2000" dirty="0"/>
              <a:t> Entity</a:t>
            </a:r>
          </a:p>
          <a:p>
            <a:pPr lvl="0"/>
            <a:r>
              <a:rPr lang="en-IN" sz="2000" dirty="0" err="1"/>
              <a:t>Distribution_ID</a:t>
            </a:r>
            <a:r>
              <a:rPr lang="en-IN" sz="2000" dirty="0"/>
              <a:t> from 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</a:rPr>
              <a:t>Distribution</a:t>
            </a:r>
            <a:r>
              <a:rPr lang="en-IN" sz="2000" dirty="0"/>
              <a:t> Entity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7287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2FF32-8FA1-1D9D-94C4-034D1AE4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24E6736-A0D1-A54C-1885-6C622682F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DE2F6-A260-7E7C-2D1C-626CD008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049BFE-3651-E4B5-3DE9-0554A1E9256F}"/>
              </a:ext>
            </a:extLst>
          </p:cNvPr>
          <p:cNvGrpSpPr/>
          <p:nvPr/>
        </p:nvGrpSpPr>
        <p:grpSpPr>
          <a:xfrm>
            <a:off x="3276599" y="381000"/>
            <a:ext cx="7994813" cy="1273409"/>
            <a:chOff x="13004829" y="1407596"/>
            <a:chExt cx="8108365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6E5157-974D-CAA9-3FD1-BA1F861C1F1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CED4268C-FBD3-A01B-B74D-798B30821CE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99A6C9E6-2167-F8F9-FD3F-9F39117EF494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D41EED-ECFF-B16C-A094-73A5F10D8B0B}"/>
                </a:ext>
              </a:extLst>
            </p:cNvPr>
            <p:cNvSpPr/>
            <p:nvPr/>
          </p:nvSpPr>
          <p:spPr>
            <a:xfrm>
              <a:off x="15477863" y="1526280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KEYS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5960B04-94EC-5A03-B60A-9D939A37FAFA}"/>
              </a:ext>
            </a:extLst>
          </p:cNvPr>
          <p:cNvSpPr txBox="1"/>
          <p:nvPr/>
        </p:nvSpPr>
        <p:spPr>
          <a:xfrm>
            <a:off x="3048000" y="1614261"/>
            <a:ext cx="98298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Foreign Key (FK):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Foreign Key is an attribute that links one table to another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refers to the Primary Key of another table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It helps maintain relationships between tables</a:t>
            </a:r>
          </a:p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Syntax</a:t>
            </a:r>
            <a:r>
              <a:rPr lang="en-IN" sz="2000" b="1" dirty="0"/>
              <a:t> - </a:t>
            </a:r>
            <a:r>
              <a:rPr lang="en-IN" dirty="0"/>
              <a:t>FOREIGN KEY (</a:t>
            </a:r>
            <a:r>
              <a:rPr lang="en-IN" dirty="0" err="1"/>
              <a:t>column_name</a:t>
            </a:r>
            <a:r>
              <a:rPr lang="en-IN" dirty="0"/>
              <a:t>)</a:t>
            </a:r>
          </a:p>
          <a:p>
            <a:r>
              <a:rPr lang="en-IN" dirty="0"/>
              <a:t>	REFERENCES </a:t>
            </a:r>
            <a:r>
              <a:rPr lang="en-IN" dirty="0" err="1"/>
              <a:t>table_name</a:t>
            </a:r>
            <a:r>
              <a:rPr lang="en-IN" dirty="0"/>
              <a:t>(</a:t>
            </a:r>
            <a:r>
              <a:rPr lang="en-IN" dirty="0" err="1"/>
              <a:t>column_name</a:t>
            </a:r>
            <a:r>
              <a:rPr lang="en-IN" dirty="0"/>
              <a:t>)</a:t>
            </a:r>
          </a:p>
          <a:p>
            <a:pPr lvl="0"/>
            <a:endParaRPr lang="en-IN" sz="2000" b="1" dirty="0"/>
          </a:p>
          <a:p>
            <a:r>
              <a:rPr lang="en-IN" sz="2000" b="1" dirty="0">
                <a:solidFill>
                  <a:schemeClr val="accent5">
                    <a:lumMod val="75000"/>
                  </a:schemeClr>
                </a:solidFill>
              </a:rPr>
              <a:t>Foreign Keys identified from the entities:</a:t>
            </a:r>
          </a:p>
          <a:p>
            <a:pPr lvl="0"/>
            <a:r>
              <a:rPr lang="en-IN" sz="2000" b="1" dirty="0" err="1"/>
              <a:t>Disaster_ID</a:t>
            </a:r>
            <a:r>
              <a:rPr lang="en-IN" sz="2000" dirty="0"/>
              <a:t> in </a:t>
            </a:r>
            <a:r>
              <a:rPr lang="en-IN" sz="2000" i="1" dirty="0">
                <a:solidFill>
                  <a:schemeClr val="accent6">
                    <a:lumMod val="75000"/>
                  </a:schemeClr>
                </a:solidFill>
              </a:rPr>
              <a:t>Victim</a:t>
            </a:r>
            <a:r>
              <a:rPr lang="en-IN" sz="2000" dirty="0"/>
              <a:t> → links to Disaster Entity</a:t>
            </a:r>
          </a:p>
          <a:p>
            <a:pPr lvl="0"/>
            <a:r>
              <a:rPr lang="en-IN" sz="2000" b="1" dirty="0" err="1"/>
              <a:t>Center_ID</a:t>
            </a:r>
            <a:r>
              <a:rPr lang="en-IN" sz="2000" dirty="0"/>
              <a:t> in </a:t>
            </a:r>
            <a:r>
              <a:rPr lang="en-IN" sz="2000" i="1" dirty="0">
                <a:solidFill>
                  <a:schemeClr val="accent6">
                    <a:lumMod val="75000"/>
                  </a:schemeClr>
                </a:solidFill>
              </a:rPr>
              <a:t>Resource</a:t>
            </a:r>
            <a:r>
              <a:rPr lang="en-IN" sz="2000" dirty="0"/>
              <a:t> → links to </a:t>
            </a:r>
            <a:r>
              <a:rPr lang="en-IN" sz="2000" dirty="0" err="1"/>
              <a:t>ReliefCentre</a:t>
            </a:r>
            <a:r>
              <a:rPr lang="en-IN" sz="2000" dirty="0"/>
              <a:t> Entity</a:t>
            </a:r>
          </a:p>
          <a:p>
            <a:pPr lvl="0"/>
            <a:r>
              <a:rPr lang="en-IN" sz="2000" b="1" dirty="0" err="1"/>
              <a:t>Center_ID</a:t>
            </a:r>
            <a:r>
              <a:rPr lang="en-IN" sz="2000" dirty="0"/>
              <a:t> in </a:t>
            </a:r>
            <a:r>
              <a:rPr lang="en-IN" sz="2000" i="1" dirty="0">
                <a:solidFill>
                  <a:schemeClr val="accent6">
                    <a:lumMod val="75000"/>
                  </a:schemeClr>
                </a:solidFill>
              </a:rPr>
              <a:t>Volunteer</a:t>
            </a:r>
            <a:r>
              <a:rPr lang="en-IN" sz="2000" dirty="0"/>
              <a:t> → links to </a:t>
            </a:r>
            <a:r>
              <a:rPr lang="en-IN" sz="2000" dirty="0" err="1"/>
              <a:t>ReliefCentre</a:t>
            </a:r>
            <a:r>
              <a:rPr lang="en-IN" sz="2000" dirty="0"/>
              <a:t> Entity</a:t>
            </a:r>
          </a:p>
          <a:p>
            <a:pPr lvl="0"/>
            <a:r>
              <a:rPr lang="en-IN" sz="2000" b="1" dirty="0" err="1"/>
              <a:t>Victim_ID</a:t>
            </a:r>
            <a:r>
              <a:rPr lang="en-IN" sz="2000" dirty="0"/>
              <a:t> in </a:t>
            </a:r>
            <a:r>
              <a:rPr lang="en-IN" sz="2000" i="1" dirty="0">
                <a:solidFill>
                  <a:schemeClr val="accent6">
                    <a:lumMod val="75000"/>
                  </a:schemeClr>
                </a:solidFill>
              </a:rPr>
              <a:t>Distribution</a:t>
            </a:r>
            <a:r>
              <a:rPr lang="en-IN" sz="2000" dirty="0"/>
              <a:t> → links to Victim Entity</a:t>
            </a:r>
          </a:p>
          <a:p>
            <a:pPr lvl="0"/>
            <a:r>
              <a:rPr lang="en-IN" sz="2000" b="1" dirty="0" err="1"/>
              <a:t>Resource_ID</a:t>
            </a:r>
            <a:r>
              <a:rPr lang="en-IN" sz="2000" dirty="0"/>
              <a:t> in </a:t>
            </a:r>
            <a:r>
              <a:rPr lang="en-IN" sz="2000" i="1" dirty="0">
                <a:solidFill>
                  <a:schemeClr val="accent6">
                    <a:lumMod val="75000"/>
                  </a:schemeClr>
                </a:solidFill>
              </a:rPr>
              <a:t>Distribution</a:t>
            </a:r>
            <a:r>
              <a:rPr lang="en-IN" sz="2000" dirty="0"/>
              <a:t> → links to Resource Entity</a:t>
            </a:r>
          </a:p>
        </p:txBody>
      </p:sp>
    </p:spTree>
    <p:extLst>
      <p:ext uri="{BB962C8B-B14F-4D97-AF65-F5344CB8AC3E}">
        <p14:creationId xmlns:p14="http://schemas.microsoft.com/office/powerpoint/2010/main" val="1886593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E608-61E2-9454-405C-38CB738C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8D3AEA36-68E0-E548-AA02-02A31B62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642AD-4178-F1C5-9743-F38A6F72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AB088E-0053-19A1-2CA0-5EEB81ED317E}"/>
              </a:ext>
            </a:extLst>
          </p:cNvPr>
          <p:cNvGrpSpPr/>
          <p:nvPr/>
        </p:nvGrpSpPr>
        <p:grpSpPr>
          <a:xfrm>
            <a:off x="3276599" y="381000"/>
            <a:ext cx="7232813" cy="1273409"/>
            <a:chOff x="13004829" y="1407596"/>
            <a:chExt cx="7335542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25AB33-DBB9-DFFE-988F-1B6EDF474676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661CE5B5-3882-6EEB-5477-AE1388F0738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CFE0B2F3-F666-99ED-3870-F6DC212F5D45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828599-9922-2448-C88A-89E07F0ED43A}"/>
                </a:ext>
              </a:extLst>
            </p:cNvPr>
            <p:cNvSpPr/>
            <p:nvPr/>
          </p:nvSpPr>
          <p:spPr>
            <a:xfrm>
              <a:off x="14705040" y="1538352"/>
              <a:ext cx="5635331" cy="884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ER DIAGRAM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DF7474-5613-73DC-2AB0-ADC5343844FB}"/>
              </a:ext>
            </a:extLst>
          </p:cNvPr>
          <p:cNvSpPr txBox="1"/>
          <p:nvPr/>
        </p:nvSpPr>
        <p:spPr>
          <a:xfrm>
            <a:off x="1110961" y="1379577"/>
            <a:ext cx="104775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An ER (Entity-Relationship) Diagram is a graphical representation of the entities, attributes, and relationships in a database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It provides a blueprint for designing the database by showing how different data items are connected.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Contains six main entities: Disaster, Victim, Resource, Relief Centre, Volunteer, and Distribution.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Rectangles represent entities in the ER diagram.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Ovals represent the attributes of each entity.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Diamonds represent the relationships between entities.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Primary keys uniquely identify records in each entity.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Foreign keys establish connections between related entities.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diagram shows how disaster relief data is organized and related within the DBMS.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7415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9FEF-2FD9-CB8F-35AD-6E8FD8D4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AEE5D039-FA9F-785A-5985-32FC509C0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E87EA-E46C-F625-DBD3-80B9273A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BD9C84-C63A-A7DB-AF16-F84C9E0F5ECE}"/>
              </a:ext>
            </a:extLst>
          </p:cNvPr>
          <p:cNvGrpSpPr/>
          <p:nvPr/>
        </p:nvGrpSpPr>
        <p:grpSpPr>
          <a:xfrm>
            <a:off x="3276599" y="455581"/>
            <a:ext cx="6166013" cy="1273409"/>
            <a:chOff x="13004829" y="1407596"/>
            <a:chExt cx="6253590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3CF0471-92F2-9D2F-FBDC-FE579779872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98F12769-6275-3C2F-8CC1-CDA8EF5E3675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8726E57-E78C-67EA-FCB7-C8B863C3B42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r>
                  <a:rPr lang="en-US" sz="1055" dirty="0"/>
                  <a:t> </a:t>
                </a:r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BCB73B-02AA-FA3D-1D6E-DCAE6EB6CC2B}"/>
                </a:ext>
              </a:extLst>
            </p:cNvPr>
            <p:cNvSpPr/>
            <p:nvPr/>
          </p:nvSpPr>
          <p:spPr>
            <a:xfrm>
              <a:off x="13623088" y="1632249"/>
              <a:ext cx="5635331" cy="760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itchFamily="34" charset="0"/>
                  <a:cs typeface="Arial Unicode MS" panose="020B0604020202020204" pitchFamily="34" charset="-128"/>
                </a:rPr>
                <a:t>ENTITY-RELATIONSHIP DIAGRAM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235562-C52D-D36D-C665-E2CBC5392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854" y="1371600"/>
            <a:ext cx="8915400" cy="5197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D39556-7ACA-7A25-0490-4F1BD0702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040" y="5842490"/>
            <a:ext cx="7086600" cy="95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99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4965E-1F65-92C3-B565-3D712FC7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1B67-00FB-4D50-A453-CADB0B247171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F552B-10BA-BE7B-117E-96A43B5BFACC}"/>
              </a:ext>
            </a:extLst>
          </p:cNvPr>
          <p:cNvSpPr/>
          <p:nvPr/>
        </p:nvSpPr>
        <p:spPr>
          <a:xfrm>
            <a:off x="2209800" y="1676400"/>
            <a:ext cx="7885669" cy="2980369"/>
          </a:xfrm>
          <a:prstGeom prst="rect">
            <a:avLst/>
          </a:prstGeom>
        </p:spPr>
        <p:txBody>
          <a:bodyPr vert="horz" lIns="36349" tIns="18175" rIns="36349" bIns="18175" rtlCol="0" anchor="ctr">
            <a:normAutofit/>
          </a:bodyPr>
          <a:lstStyle/>
          <a:p>
            <a:pPr algn="ctr" defTabSz="369303">
              <a:spcBef>
                <a:spcPct val="0"/>
              </a:spcBef>
              <a:spcAft>
                <a:spcPts val="238"/>
              </a:spcAft>
            </a:pPr>
            <a:r>
              <a:rPr lang="en-US" sz="3772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latin typeface="Bahnschrift SemiBold" panose="020B0502040204020203" pitchFamily="34" charset="0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441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1546</Words>
  <Application>Microsoft Office PowerPoint</Application>
  <PresentationFormat>Widescreen</PresentationFormat>
  <Paragraphs>263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Bahnschrift SemiBold</vt:lpstr>
      <vt:lpstr>Book Antiqua</vt:lpstr>
      <vt:lpstr>Calibri</vt:lpstr>
      <vt:lpstr>Centaur</vt:lpstr>
      <vt:lpstr>Maiandra GD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25B11CS194</cp:lastModifiedBy>
  <cp:revision>20</cp:revision>
  <dcterms:created xsi:type="dcterms:W3CDTF">2006-08-16T00:00:00Z</dcterms:created>
  <dcterms:modified xsi:type="dcterms:W3CDTF">2026-09-29T14:45:51Z</dcterms:modified>
</cp:coreProperties>
</file>